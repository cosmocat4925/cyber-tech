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media1.mp3" ContentType="audio/unknown"/>
  <Override PartName="/ppt/notesSlides/notesSlide1.xml" ContentType="application/vnd.openxmlformats-officedocument.presentationml.notesSlide+xml"/>
  <Override PartName="/ppt/media/media2.mp3" ContentType="audio/unknown"/>
  <Override PartName="/ppt/notesSlides/notesSlide2.xml" ContentType="application/vnd.openxmlformats-officedocument.presentationml.notesSlide+xml"/>
  <Override PartName="/ppt/media/media3.mp3" ContentType="audio/unknown"/>
  <Override PartName="/ppt/notesSlides/notesSlide3.xml" ContentType="application/vnd.openxmlformats-officedocument.presentationml.notesSlide+xml"/>
  <Override PartName="/ppt/media/media4.mp3" ContentType="audio/unknown"/>
  <Override PartName="/ppt/notesSlides/notesSlide4.xml" ContentType="application/vnd.openxmlformats-officedocument.presentationml.notesSlide+xml"/>
  <Override PartName="/ppt/media/media5.mp3" ContentType="audio/unknown"/>
  <Override PartName="/ppt/notesSlides/notesSlide5.xml" ContentType="application/vnd.openxmlformats-officedocument.presentationml.notesSlide+xml"/>
  <Override PartName="/ppt/media/media6.mp3" ContentType="audio/unknown"/>
  <Override PartName="/ppt/notesSlides/notesSlide6.xml" ContentType="application/vnd.openxmlformats-officedocument.presentationml.notesSlide+xml"/>
  <Override PartName="/ppt/media/media7.mp3" ContentType="audio/unknown"/>
  <Override PartName="/ppt/notesSlides/notesSlide7.xml" ContentType="application/vnd.openxmlformats-officedocument.presentationml.notesSlide+xml"/>
  <Override PartName="/ppt/media/media8.mp3" ContentType="audio/unknown"/>
  <Override PartName="/ppt/notesSlides/notesSlide8.xml" ContentType="application/vnd.openxmlformats-officedocument.presentationml.notesSlide+xml"/>
  <Override PartName="/ppt/media/media9.mp3" ContentType="audio/unknown"/>
  <Override PartName="/ppt/notesSlides/notesSlide9.xml" ContentType="application/vnd.openxmlformats-officedocument.presentationml.notesSlide+xml"/>
  <Override PartName="/ppt/media/media10.mp3" ContentType="audi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Franklin Gothic Book"/>
          <a:ea typeface="Franklin Gothic Book"/>
          <a:cs typeface="Franklin Gothic Book"/>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D8CB"/>
          </a:solidFill>
        </a:fill>
      </a:tcStyle>
    </a:wholeTbl>
    <a:band2H>
      <a:tcTxStyle b="def" i="def"/>
      <a:tcStyle>
        <a:tcBdr/>
        <a:fill>
          <a:solidFill>
            <a:srgbClr val="FCECE7"/>
          </a:solidFill>
        </a:fill>
      </a:tcStyle>
    </a:band2H>
    <a:firstCol>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Franklin Gothic Book"/>
          <a:ea typeface="Franklin Gothic Book"/>
          <a:cs typeface="Franklin Gothic Book"/>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5D8"/>
          </a:solidFill>
        </a:fill>
      </a:tcStyle>
    </a:wholeTbl>
    <a:band2H>
      <a:tcTxStyle b="def" i="def"/>
      <a:tcStyle>
        <a:tcBdr/>
        <a:fill>
          <a:solidFill>
            <a:srgbClr val="E9EBED"/>
          </a:solidFill>
        </a:fill>
      </a:tcStyle>
    </a:band2H>
    <a:firstCol>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Franklin Gothic Book"/>
          <a:ea typeface="Franklin Gothic Book"/>
          <a:cs typeface="Franklin Gothic Book"/>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7D4"/>
          </a:solidFill>
        </a:fill>
      </a:tcStyle>
    </a:wholeTbl>
    <a:band2H>
      <a:tcTxStyle b="def" i="def"/>
      <a:tcStyle>
        <a:tcBdr/>
        <a:fill>
          <a:solidFill>
            <a:srgbClr val="E9ECEB"/>
          </a:solidFill>
        </a:fill>
      </a:tcStyle>
    </a:band2H>
    <a:firstCol>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Franklin Gothic Book"/>
          <a:ea typeface="Franklin Gothic Book"/>
          <a:cs typeface="Franklin Gothic Book"/>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Franklin Gothic Book"/>
          <a:ea typeface="Franklin Gothic Book"/>
          <a:cs typeface="Franklin Gothic Book"/>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Franklin Gothic Book"/>
          <a:ea typeface="Franklin Gothic Book"/>
          <a:cs typeface="Franklin Gothic Book"/>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Franklin Gothic Book"/>
          <a:ea typeface="Franklin Gothic Book"/>
          <a:cs typeface="Franklin Gothic Book"/>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Franklin Gothic Book"/>
          <a:ea typeface="Franklin Gothic Book"/>
          <a:cs typeface="Franklin Gothic Book"/>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Franklin Gothic Book"/>
          <a:ea typeface="Franklin Gothic Book"/>
          <a:cs typeface="Franklin Gothic Book"/>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Franklin Gothic Book"/>
          <a:ea typeface="Franklin Gothic Book"/>
          <a:cs typeface="Franklin Gothic Book"/>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Franklin Gothic Book"/>
          <a:ea typeface="Franklin Gothic Book"/>
          <a:cs typeface="Franklin Gothic Book"/>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Franklin Gothic Book"/>
          <a:ea typeface="Franklin Gothic Book"/>
          <a:cs typeface="Franklin Gothic Book"/>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Franklin Gothic Book"/>
          <a:ea typeface="Franklin Gothic Book"/>
          <a:cs typeface="Franklin Gothic Book"/>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25" name="Shape 125"/>
          <p:cNvSpPr/>
          <p:nvPr>
            <p:ph type="sldImg"/>
          </p:nvPr>
        </p:nvSpPr>
        <p:spPr>
          <a:xfrm>
            <a:off x="1143000" y="685800"/>
            <a:ext cx="4572000" cy="3429000"/>
          </a:xfrm>
          <a:prstGeom prst="rect">
            <a:avLst/>
          </a:prstGeom>
        </p:spPr>
        <p:txBody>
          <a:bodyPr/>
          <a:lstStyle/>
          <a:p>
            <a:pPr/>
          </a:p>
        </p:txBody>
      </p:sp>
      <p:sp>
        <p:nvSpPr>
          <p:cNvPr id="126" name="Shape 12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Shape 139"/>
          <p:cNvSpPr/>
          <p:nvPr>
            <p:ph type="sldImg"/>
          </p:nvPr>
        </p:nvSpPr>
        <p:spPr>
          <a:prstGeom prst="rect">
            <a:avLst/>
          </a:prstGeom>
        </p:spPr>
        <p:txBody>
          <a:bodyPr/>
          <a:lstStyle/>
          <a:p>
            <a:pPr/>
          </a:p>
        </p:txBody>
      </p:sp>
      <p:sp>
        <p:nvSpPr>
          <p:cNvPr id="140" name="Shape 140"/>
          <p:cNvSpPr/>
          <p:nvPr>
            <p:ph type="body" sz="quarter" idx="1"/>
          </p:nvPr>
        </p:nvSpPr>
        <p:spPr>
          <a:prstGeom prst="rect">
            <a:avLst/>
          </a:prstGeom>
        </p:spPr>
        <p:txBody>
          <a:bodyPr/>
          <a:lstStyle/>
          <a:p>
            <a:pPr/>
            <a:r>
              <a:t>Tell your audience what you intend to cover in your project. This is the purpose of your communication.</a:t>
            </a:r>
          </a:p>
          <a:p>
            <a:pPr/>
            <a:r>
              <a:t>In Section 1, provide some background of the category of your CTF challenge. </a:t>
            </a:r>
          </a:p>
          <a:p>
            <a:pPr/>
            <a:r>
              <a:t>Introduce the audience to the problem and tell us how you plan to approach it and get the solution. </a:t>
            </a:r>
          </a:p>
          <a:p>
            <a:pPr/>
            <a:r>
              <a:t>In Section 2, cover the steps you used to solve the problem. This may cover multiple solves.</a:t>
            </a:r>
          </a:p>
          <a:p>
            <a:pPr/>
            <a:r>
              <a:t>In Section 3, talk about how you found the solution and discuss the pitfalls and recommendations when facing these types of problems.</a:t>
            </a:r>
          </a:p>
          <a:p>
            <a:pPr/>
            <a:r>
              <a:t>In Section 4, talk about the relevance of Capture the Flag problems to the workplace and your job role.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Shape 146"/>
          <p:cNvSpPr/>
          <p:nvPr>
            <p:ph type="sldImg"/>
          </p:nvPr>
        </p:nvSpPr>
        <p:spPr>
          <a:prstGeom prst="rect">
            <a:avLst/>
          </a:prstGeom>
        </p:spPr>
        <p:txBody>
          <a:bodyPr/>
          <a:lstStyle/>
          <a:p>
            <a:pPr/>
          </a:p>
        </p:txBody>
      </p:sp>
      <p:sp>
        <p:nvSpPr>
          <p:cNvPr id="147" name="Shape 147"/>
          <p:cNvSpPr/>
          <p:nvPr>
            <p:ph type="body" sz="quarter" idx="1"/>
          </p:nvPr>
        </p:nvSpPr>
        <p:spPr>
          <a:prstGeom prst="rect">
            <a:avLst/>
          </a:prstGeom>
        </p:spPr>
        <p:txBody>
          <a:bodyPr/>
          <a:lstStyle/>
          <a:p>
            <a:pPr/>
            <a:r>
              <a:t>Before presenting this problem, discuss the category of the CTF challenge and the relevant skills needed to solve this type of problem.</a:t>
            </a:r>
          </a:p>
          <a:p>
            <a:pPr/>
            <a:r>
              <a:t>Answer the four questions below in your slide and make these questions your talking points.</a:t>
            </a:r>
          </a:p>
          <a:p>
            <a:pPr/>
            <a:r>
              <a:t> </a:t>
            </a:r>
          </a:p>
          <a:p>
            <a:pPr/>
            <a:r>
              <a:t>Describe the category of question that you attempted.</a:t>
            </a:r>
          </a:p>
          <a:p>
            <a:pPr/>
            <a:r>
              <a:t>What is the important background knowledge needed?</a:t>
            </a:r>
          </a:p>
          <a:p>
            <a:pPr/>
            <a:r>
              <a:t>How does this relate to the Ethical Hacking course?</a:t>
            </a:r>
          </a:p>
          <a:p>
            <a:pPr/>
            <a:r>
              <a:t>What lab in the course covered the topic from this CTF problem?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Sample text for narration: We open the .pcap using Wireshark and set a filter for the File Transfer Protocol (FTP) using “ftp” in the display filter box and click Apply to show only the FTP traffic in the capture file.</a:t>
            </a:r>
          </a:p>
          <a:p>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Shape 162"/>
          <p:cNvSpPr/>
          <p:nvPr>
            <p:ph type="sldImg"/>
          </p:nvPr>
        </p:nvSpPr>
        <p:spPr>
          <a:prstGeom prst="rect">
            <a:avLst/>
          </a:prstGeom>
        </p:spPr>
        <p:txBody>
          <a:bodyPr/>
          <a:lstStyle/>
          <a:p>
            <a:pPr/>
          </a:p>
        </p:txBody>
      </p:sp>
      <p:sp>
        <p:nvSpPr>
          <p:cNvPr id="163" name="Shape 163"/>
          <p:cNvSpPr/>
          <p:nvPr>
            <p:ph type="body" sz="quarter" idx="1"/>
          </p:nvPr>
        </p:nvSpPr>
        <p:spPr>
          <a:prstGeom prst="rect">
            <a:avLst/>
          </a:prstGeom>
        </p:spPr>
        <p:txBody>
          <a:bodyPr/>
          <a:lstStyle/>
          <a:p>
            <a:pPr/>
            <a:r>
              <a:t>Sample text for narration: Right-click one of the packet frames (below frame #71) and choose the Follow &gt; TCP Stream to show the conversation between the FTP server and the client machine. Note: TCP is the Transmission Control Protocol, a connection-oriented protocol.</a:t>
            </a:r>
          </a:p>
          <a:p>
            <a:pPr/>
          </a:p>
          <a:p>
            <a:pPr/>
            <a:r>
              <a:t>You may choose to add additional slides. </a:t>
            </a:r>
          </a:p>
          <a:p>
            <a:pPr>
              <a:defRPr i="1"/>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Shape 170"/>
          <p:cNvSpPr/>
          <p:nvPr>
            <p:ph type="sldImg"/>
          </p:nvPr>
        </p:nvSpPr>
        <p:spPr>
          <a:prstGeom prst="rect">
            <a:avLst/>
          </a:prstGeom>
        </p:spPr>
        <p:txBody>
          <a:bodyPr/>
          <a:lstStyle/>
          <a:p>
            <a:pPr/>
          </a:p>
        </p:txBody>
      </p:sp>
      <p:sp>
        <p:nvSpPr>
          <p:cNvPr id="171" name="Shape 171"/>
          <p:cNvSpPr/>
          <p:nvPr>
            <p:ph type="body" sz="quarter" idx="1"/>
          </p:nvPr>
        </p:nvSpPr>
        <p:spPr>
          <a:prstGeom prst="rect">
            <a:avLst/>
          </a:prstGeom>
        </p:spPr>
        <p:txBody>
          <a:bodyPr/>
          <a:lstStyle/>
          <a:p>
            <a:pPr/>
            <a:r>
              <a:t>Sample text for narration: In the Follow TCP Stream pop-up window, search for the flag, in the format of UMGC-XXXXX (below, UMGC-ABC123).</a:t>
            </a:r>
          </a:p>
          <a:p>
            <a:pPr/>
          </a:p>
          <a:p>
            <a:pPr/>
            <a:r>
              <a:t> Write out the flag in your documentation. Your screenshot of the Follow TCP Stream pop-up window must include the date/time from the host system. Each student is responsible for providing at least one screenshot as shown below.</a:t>
            </a:r>
          </a:p>
          <a:p>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hape 176"/>
          <p:cNvSpPr/>
          <p:nvPr>
            <p:ph type="sldImg"/>
          </p:nvPr>
        </p:nvSpPr>
        <p:spPr>
          <a:prstGeom prst="rect">
            <a:avLst/>
          </a:prstGeom>
        </p:spPr>
        <p:txBody>
          <a:bodyPr/>
          <a:lstStyle/>
          <a:p>
            <a:pPr/>
          </a:p>
        </p:txBody>
      </p:sp>
      <p:sp>
        <p:nvSpPr>
          <p:cNvPr id="177" name="Shape 177"/>
          <p:cNvSpPr/>
          <p:nvPr>
            <p:ph type="body" sz="quarter" idx="1"/>
          </p:nvPr>
        </p:nvSpPr>
        <p:spPr>
          <a:prstGeom prst="rect">
            <a:avLst/>
          </a:prstGeom>
        </p:spPr>
        <p:txBody>
          <a:bodyPr/>
          <a:lstStyle/>
          <a:p>
            <a:pPr/>
            <a:r>
              <a:t>In this section, discuss some of the strategies you used to solve your CTF problem, as well as some of the pitfalls that can lead to the wrong path. This will all be part of the lessons learned section that will help you know how to approach this kind of problem.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Shape 182"/>
          <p:cNvSpPr/>
          <p:nvPr>
            <p:ph type="sldImg"/>
          </p:nvPr>
        </p:nvSpPr>
        <p:spPr>
          <a:prstGeom prst="rect">
            <a:avLst/>
          </a:prstGeom>
        </p:spPr>
        <p:txBody>
          <a:bodyPr/>
          <a:lstStyle/>
          <a:p>
            <a:pPr/>
          </a:p>
        </p:txBody>
      </p:sp>
      <p:sp>
        <p:nvSpPr>
          <p:cNvPr id="183" name="Shape 183"/>
          <p:cNvSpPr/>
          <p:nvPr>
            <p:ph type="body" sz="quarter" idx="1"/>
          </p:nvPr>
        </p:nvSpPr>
        <p:spPr>
          <a:prstGeom prst="rect">
            <a:avLst/>
          </a:prstGeom>
        </p:spPr>
        <p:txBody>
          <a:bodyPr/>
          <a:lstStyle/>
          <a:p>
            <a:pPr/>
            <a:r>
              <a:t>In this section, discuss how you think Capture the Flag competitions can benefit you in the workplace.</a:t>
            </a:r>
          </a:p>
          <a:p>
            <a:pPr/>
          </a:p>
          <a:p>
            <a:pPr/>
            <a:r>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a:r>
              <a:t>This is your summary and your last opportunity to connect with your audience.</a:t>
            </a:r>
          </a:p>
          <a:p>
            <a:pPr/>
            <a:r>
              <a:t>Do not merely repeat your agenda topics. Add one to two important details about each main point to review for your audience.</a:t>
            </a:r>
          </a:p>
          <a:p>
            <a:pPr/>
            <a:r>
              <a:t>What is/are the main takeaway(s)?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hape 194"/>
          <p:cNvSpPr/>
          <p:nvPr>
            <p:ph type="sldImg"/>
          </p:nvPr>
        </p:nvSpPr>
        <p:spPr>
          <a:prstGeom prst="rect">
            <a:avLst/>
          </a:prstGeom>
        </p:spPr>
        <p:txBody>
          <a:bodyPr/>
          <a:lstStyle/>
          <a:p>
            <a:pPr/>
          </a:p>
        </p:txBody>
      </p:sp>
      <p:sp>
        <p:nvSpPr>
          <p:cNvPr id="195" name="Shape 195"/>
          <p:cNvSpPr/>
          <p:nvPr>
            <p:ph type="body" sz="quarter" idx="1"/>
          </p:nvPr>
        </p:nvSpPr>
        <p:spPr>
          <a:prstGeom prst="rect">
            <a:avLst/>
          </a:prstGeom>
        </p:spPr>
        <p:txBody>
          <a:bodyPr/>
          <a:lstStyle/>
          <a:p>
            <a:pPr/>
            <a:r>
              <a:t>The example above uses IEEE style. Ask your instructor for clarification on the style to be used.</a:t>
            </a:r>
          </a:p>
          <a:p>
            <a:pPr/>
            <a:r>
              <a:t>A narration for this slide is not required.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4" name="Rectangle 6"/>
          <p:cNvSpPr/>
          <p:nvPr/>
        </p:nvSpPr>
        <p:spPr>
          <a:xfrm>
            <a:off x="446533" y="3085763"/>
            <a:ext cx="11298933" cy="3338150"/>
          </a:xfrm>
          <a:prstGeom prst="rect">
            <a:avLst/>
          </a:prstGeom>
          <a:solidFill>
            <a:srgbClr val="465359"/>
          </a:solidFill>
          <a:ln w="12700">
            <a:miter lim="400000"/>
          </a:ln>
        </p:spPr>
        <p:txBody>
          <a:bodyPr lIns="45719" rIns="45719"/>
          <a:lstStyle/>
          <a:p>
            <a:pPr/>
          </a:p>
        </p:txBody>
      </p:sp>
      <p:sp>
        <p:nvSpPr>
          <p:cNvPr id="15" name="Title Text"/>
          <p:cNvSpPr txBox="1"/>
          <p:nvPr>
            <p:ph type="title"/>
          </p:nvPr>
        </p:nvSpPr>
        <p:spPr>
          <a:xfrm>
            <a:off x="581190" y="1020431"/>
            <a:ext cx="10993551" cy="1475013"/>
          </a:xfrm>
          <a:prstGeom prst="rect">
            <a:avLst/>
          </a:prstGeom>
        </p:spPr>
        <p:txBody>
          <a:bodyPr/>
          <a:lstStyle>
            <a:lvl1pPr>
              <a:defRPr sz="3600"/>
            </a:lvl1pPr>
          </a:lstStyle>
          <a:p>
            <a:pPr/>
            <a:r>
              <a:t>Title Text</a:t>
            </a:r>
          </a:p>
        </p:txBody>
      </p:sp>
      <p:sp>
        <p:nvSpPr>
          <p:cNvPr id="16" name="Body Level One…"/>
          <p:cNvSpPr txBox="1"/>
          <p:nvPr>
            <p:ph type="body" sz="quarter" idx="1"/>
          </p:nvPr>
        </p:nvSpPr>
        <p:spPr>
          <a:xfrm>
            <a:off x="581193" y="2495444"/>
            <a:ext cx="10993548" cy="590322"/>
          </a:xfrm>
          <a:prstGeom prst="rect">
            <a:avLst/>
          </a:prstGeom>
        </p:spPr>
        <p:txBody>
          <a:bodyPr anchor="t"/>
          <a:lstStyle>
            <a:lvl1pPr marL="0" indent="0">
              <a:buClrTx/>
              <a:buSzTx/>
              <a:buNone/>
              <a:defRPr cap="all" sz="1600">
                <a:solidFill>
                  <a:schemeClr val="accent1"/>
                </a:solidFill>
              </a:defRPr>
            </a:lvl1pPr>
            <a:lvl2pPr marL="0" indent="457200">
              <a:buClrTx/>
              <a:buSzTx/>
              <a:buNone/>
              <a:defRPr cap="all" sz="1600">
                <a:solidFill>
                  <a:schemeClr val="accent1"/>
                </a:solidFill>
              </a:defRPr>
            </a:lvl2pPr>
            <a:lvl3pPr marL="0" indent="914400">
              <a:buClrTx/>
              <a:buSzTx/>
              <a:buNone/>
              <a:defRPr cap="all" sz="1600">
                <a:solidFill>
                  <a:schemeClr val="accent1"/>
                </a:solidFill>
              </a:defRPr>
            </a:lvl3pPr>
            <a:lvl4pPr marL="0" indent="1371600">
              <a:buClrTx/>
              <a:buSzTx/>
              <a:buNone/>
              <a:defRPr cap="all" sz="1600">
                <a:solidFill>
                  <a:schemeClr val="accent1"/>
                </a:solidFill>
              </a:defRPr>
            </a:lvl4pPr>
            <a:lvl5pPr marL="0" indent="1828800">
              <a:buClrTx/>
              <a:buSzTx/>
              <a:buNone/>
              <a:defRPr cap="all" sz="16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0">
    <p:bg>
      <p:bgPr>
        <a:solidFill>
          <a:srgbClr val="3D3D3D"/>
        </a:solidFill>
      </p:bgPr>
    </p:bg>
    <p:spTree>
      <p:nvGrpSpPr>
        <p:cNvPr id="1" name=""/>
        <p:cNvGrpSpPr/>
        <p:nvPr/>
      </p:nvGrpSpPr>
      <p:grpSpPr>
        <a:xfrm>
          <a:off x="0" y="0"/>
          <a:ext cx="0" cy="0"/>
          <a:chOff x="0" y="0"/>
          <a:chExt cx="0" cy="0"/>
        </a:xfrm>
      </p:grpSpPr>
      <p:sp>
        <p:nvSpPr>
          <p:cNvPr id="24" name="Rectangle 6"/>
          <p:cNvSpPr/>
          <p:nvPr/>
        </p:nvSpPr>
        <p:spPr>
          <a:xfrm>
            <a:off x="446533" y="3085763"/>
            <a:ext cx="11298933" cy="3338150"/>
          </a:xfrm>
          <a:prstGeom prst="rect">
            <a:avLst/>
          </a:prstGeom>
          <a:solidFill>
            <a:srgbClr val="465359"/>
          </a:solidFill>
          <a:ln w="12700">
            <a:miter lim="400000"/>
          </a:ln>
        </p:spPr>
        <p:txBody>
          <a:bodyPr lIns="45719" rIns="45719"/>
          <a:lstStyle/>
          <a:p>
            <a:pPr>
              <a:defRPr>
                <a:solidFill>
                  <a:srgbClr val="FFFFFF"/>
                </a:solidFill>
              </a:defRPr>
            </a:pPr>
          </a:p>
        </p:txBody>
      </p:sp>
      <p:sp>
        <p:nvSpPr>
          <p:cNvPr id="25" name="Title Text"/>
          <p:cNvSpPr txBox="1"/>
          <p:nvPr>
            <p:ph type="title"/>
          </p:nvPr>
        </p:nvSpPr>
        <p:spPr>
          <a:xfrm>
            <a:off x="581190" y="1020431"/>
            <a:ext cx="10993551" cy="1475013"/>
          </a:xfrm>
          <a:prstGeom prst="rect">
            <a:avLst/>
          </a:prstGeom>
        </p:spPr>
        <p:txBody>
          <a:bodyPr/>
          <a:lstStyle>
            <a:lvl1pPr>
              <a:defRPr sz="3600">
                <a:solidFill>
                  <a:srgbClr val="FFFFFF"/>
                </a:solidFill>
              </a:defRPr>
            </a:lvl1pPr>
          </a:lstStyle>
          <a:p>
            <a:pPr/>
            <a:r>
              <a:t>Title Text</a:t>
            </a:r>
          </a:p>
        </p:txBody>
      </p:sp>
      <p:sp>
        <p:nvSpPr>
          <p:cNvPr id="26" name="Body Level One…"/>
          <p:cNvSpPr txBox="1"/>
          <p:nvPr>
            <p:ph type="body" sz="quarter" idx="1"/>
          </p:nvPr>
        </p:nvSpPr>
        <p:spPr>
          <a:xfrm>
            <a:off x="581193" y="2495444"/>
            <a:ext cx="10993548" cy="590322"/>
          </a:xfrm>
          <a:prstGeom prst="rect">
            <a:avLst/>
          </a:prstGeom>
        </p:spPr>
        <p:txBody>
          <a:bodyPr anchor="t"/>
          <a:lstStyle>
            <a:lvl1pPr marL="0" indent="0">
              <a:buClrTx/>
              <a:buSzTx/>
              <a:buNone/>
              <a:defRPr cap="all" sz="1600">
                <a:solidFill>
                  <a:schemeClr val="accent1"/>
                </a:solidFill>
              </a:defRPr>
            </a:lvl1pPr>
            <a:lvl2pPr marL="0" indent="457200">
              <a:buClrTx/>
              <a:buSzTx/>
              <a:buNone/>
              <a:defRPr cap="all" sz="1600">
                <a:solidFill>
                  <a:schemeClr val="accent1"/>
                </a:solidFill>
              </a:defRPr>
            </a:lvl2pPr>
            <a:lvl3pPr marL="0" indent="914400">
              <a:buClrTx/>
              <a:buSzTx/>
              <a:buNone/>
              <a:defRPr cap="all" sz="1600">
                <a:solidFill>
                  <a:schemeClr val="accent1"/>
                </a:solidFill>
              </a:defRPr>
            </a:lvl3pPr>
            <a:lvl4pPr marL="0" indent="1371600">
              <a:buClrTx/>
              <a:buSzTx/>
              <a:buNone/>
              <a:defRPr cap="all" sz="1600">
                <a:solidFill>
                  <a:schemeClr val="accent1"/>
                </a:solidFill>
              </a:defRPr>
            </a:lvl4pPr>
            <a:lvl5pPr marL="0" indent="1828800">
              <a:buClrTx/>
              <a:buSzTx/>
              <a:buNone/>
              <a:defRPr cap="all" sz="16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27"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34" name="Title Text"/>
          <p:cNvSpPr txBox="1"/>
          <p:nvPr>
            <p:ph type="title"/>
          </p:nvPr>
        </p:nvSpPr>
        <p:spPr>
          <a:xfrm>
            <a:off x="581191" y="702155"/>
            <a:ext cx="11029617" cy="1188721"/>
          </a:xfrm>
          <a:prstGeom prst="rect">
            <a:avLst/>
          </a:prstGeom>
        </p:spPr>
        <p:txBody>
          <a:bodyPr/>
          <a:lstStyle/>
          <a:p>
            <a:pPr/>
            <a:r>
              <a:t>Title Text</a:t>
            </a:r>
          </a:p>
        </p:txBody>
      </p:sp>
      <p:sp>
        <p:nvSpPr>
          <p:cNvPr id="35" name="Body Level One…"/>
          <p:cNvSpPr txBox="1"/>
          <p:nvPr>
            <p:ph type="body" idx="1"/>
          </p:nvPr>
        </p:nvSpPr>
        <p:spPr>
          <a:xfrm>
            <a:off x="581191" y="2340864"/>
            <a:ext cx="11029617" cy="363448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Title and Content">
    <p:spTree>
      <p:nvGrpSpPr>
        <p:cNvPr id="1" name=""/>
        <p:cNvGrpSpPr/>
        <p:nvPr/>
      </p:nvGrpSpPr>
      <p:grpSpPr>
        <a:xfrm>
          <a:off x="0" y="0"/>
          <a:ext cx="0" cy="0"/>
          <a:chOff x="0" y="0"/>
          <a:chExt cx="0" cy="0"/>
        </a:xfrm>
      </p:grpSpPr>
      <p:sp>
        <p:nvSpPr>
          <p:cNvPr id="43" name="Title Text"/>
          <p:cNvSpPr txBox="1"/>
          <p:nvPr>
            <p:ph type="title"/>
          </p:nvPr>
        </p:nvSpPr>
        <p:spPr>
          <a:xfrm>
            <a:off x="581191" y="702155"/>
            <a:ext cx="11029617" cy="1188721"/>
          </a:xfrm>
          <a:prstGeom prst="rect">
            <a:avLst/>
          </a:prstGeom>
        </p:spPr>
        <p:txBody>
          <a:bodyPr/>
          <a:lstStyle/>
          <a:p>
            <a:pPr/>
            <a:r>
              <a:t>Title Text</a:t>
            </a:r>
          </a:p>
        </p:txBody>
      </p:sp>
      <p:sp>
        <p:nvSpPr>
          <p:cNvPr id="44" name="Body Level One…"/>
          <p:cNvSpPr txBox="1"/>
          <p:nvPr>
            <p:ph type="body" sz="quarter" idx="1"/>
          </p:nvPr>
        </p:nvSpPr>
        <p:spPr>
          <a:xfrm>
            <a:off x="581191" y="2340864"/>
            <a:ext cx="11029617" cy="1088137"/>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2_Title and Content">
    <p:spTree>
      <p:nvGrpSpPr>
        <p:cNvPr id="1" name=""/>
        <p:cNvGrpSpPr/>
        <p:nvPr/>
      </p:nvGrpSpPr>
      <p:grpSpPr>
        <a:xfrm>
          <a:off x="0" y="0"/>
          <a:ext cx="0" cy="0"/>
          <a:chOff x="0" y="0"/>
          <a:chExt cx="0" cy="0"/>
        </a:xfrm>
      </p:grpSpPr>
      <p:sp>
        <p:nvSpPr>
          <p:cNvPr id="52" name="Title Text"/>
          <p:cNvSpPr txBox="1"/>
          <p:nvPr>
            <p:ph type="title"/>
          </p:nvPr>
        </p:nvSpPr>
        <p:spPr>
          <a:xfrm>
            <a:off x="581191" y="702155"/>
            <a:ext cx="11029617" cy="1188721"/>
          </a:xfrm>
          <a:prstGeom prst="rect">
            <a:avLst/>
          </a:prstGeom>
        </p:spPr>
        <p:txBody>
          <a:bodyPr/>
          <a:lstStyle/>
          <a:p>
            <a:pPr/>
            <a:r>
              <a:t>Title Text</a:t>
            </a:r>
          </a:p>
        </p:txBody>
      </p:sp>
      <p:sp>
        <p:nvSpPr>
          <p:cNvPr id="53" name="Body Level One…"/>
          <p:cNvSpPr txBox="1"/>
          <p:nvPr>
            <p:ph type="body" sz="quarter" idx="1"/>
          </p:nvPr>
        </p:nvSpPr>
        <p:spPr>
          <a:xfrm>
            <a:off x="581191" y="2340864"/>
            <a:ext cx="11029617" cy="1088137"/>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61" name="Rectangle 7"/>
          <p:cNvSpPr/>
          <p:nvPr/>
        </p:nvSpPr>
        <p:spPr>
          <a:xfrm>
            <a:off x="447816" y="5141974"/>
            <a:ext cx="11290862" cy="1258828"/>
          </a:xfrm>
          <a:prstGeom prst="rect">
            <a:avLst/>
          </a:prstGeom>
          <a:solidFill>
            <a:srgbClr val="465359"/>
          </a:solidFill>
          <a:ln w="12700">
            <a:miter lim="400000"/>
          </a:ln>
        </p:spPr>
        <p:txBody>
          <a:bodyPr lIns="45719" rIns="45719"/>
          <a:lstStyle/>
          <a:p>
            <a:pPr/>
          </a:p>
        </p:txBody>
      </p:sp>
      <p:sp>
        <p:nvSpPr>
          <p:cNvPr id="62" name="Title Text"/>
          <p:cNvSpPr txBox="1"/>
          <p:nvPr>
            <p:ph type="title"/>
          </p:nvPr>
        </p:nvSpPr>
        <p:spPr>
          <a:xfrm>
            <a:off x="581193" y="2393950"/>
            <a:ext cx="11029616" cy="2147467"/>
          </a:xfrm>
          <a:prstGeom prst="rect">
            <a:avLst/>
          </a:prstGeom>
        </p:spPr>
        <p:txBody>
          <a:bodyPr/>
          <a:lstStyle>
            <a:lvl1pPr>
              <a:defRPr sz="3600"/>
            </a:lvl1pPr>
          </a:lstStyle>
          <a:p>
            <a:pPr/>
            <a:r>
              <a:t>Title Text</a:t>
            </a:r>
          </a:p>
        </p:txBody>
      </p:sp>
      <p:sp>
        <p:nvSpPr>
          <p:cNvPr id="63" name="Body Level One…"/>
          <p:cNvSpPr txBox="1"/>
          <p:nvPr>
            <p:ph type="body" sz="quarter" idx="1"/>
          </p:nvPr>
        </p:nvSpPr>
        <p:spPr>
          <a:xfrm>
            <a:off x="581191" y="4541416"/>
            <a:ext cx="11029617" cy="600557"/>
          </a:xfrm>
          <a:prstGeom prst="rect">
            <a:avLst/>
          </a:prstGeom>
        </p:spPr>
        <p:txBody>
          <a:bodyPr anchor="t"/>
          <a:lstStyle>
            <a:lvl1pPr marL="0" indent="0">
              <a:buClrTx/>
              <a:buSzTx/>
              <a:buNone/>
              <a:defRPr cap="all" sz="1800">
                <a:solidFill>
                  <a:schemeClr val="accent1"/>
                </a:solidFill>
              </a:defRPr>
            </a:lvl1pPr>
            <a:lvl2pPr marL="0" indent="457200">
              <a:buClrTx/>
              <a:buSzTx/>
              <a:buNone/>
              <a:defRPr cap="all" sz="1800">
                <a:solidFill>
                  <a:schemeClr val="accent1"/>
                </a:solidFill>
              </a:defRPr>
            </a:lvl2pPr>
            <a:lvl3pPr marL="0" indent="914400">
              <a:buClrTx/>
              <a:buSzTx/>
              <a:buNone/>
              <a:defRPr cap="all" sz="1800">
                <a:solidFill>
                  <a:schemeClr val="accent1"/>
                </a:solidFill>
              </a:defRPr>
            </a:lvl3pPr>
            <a:lvl4pPr marL="0" indent="1371600">
              <a:buClrTx/>
              <a:buSzTx/>
              <a:buNone/>
              <a:defRPr cap="all" sz="1800">
                <a:solidFill>
                  <a:schemeClr val="accent1"/>
                </a:solidFill>
              </a:defRPr>
            </a:lvl4pPr>
            <a:lvl5pPr marL="0" indent="1828800">
              <a:buClrTx/>
              <a:buSzTx/>
              <a:buNone/>
              <a:defRPr cap="all" sz="1800">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71" name="Title Text"/>
          <p:cNvSpPr txBox="1"/>
          <p:nvPr>
            <p:ph type="title"/>
          </p:nvPr>
        </p:nvSpPr>
        <p:spPr>
          <a:xfrm>
            <a:off x="581193" y="729657"/>
            <a:ext cx="11029616" cy="988334"/>
          </a:xfrm>
          <a:prstGeom prst="rect">
            <a:avLst/>
          </a:prstGeom>
        </p:spPr>
        <p:txBody>
          <a:bodyPr/>
          <a:lstStyle/>
          <a:p>
            <a:pPr/>
            <a:r>
              <a:t>Title Text</a:t>
            </a:r>
          </a:p>
        </p:txBody>
      </p:sp>
      <p:sp>
        <p:nvSpPr>
          <p:cNvPr id="72" name="Body Level One…"/>
          <p:cNvSpPr txBox="1"/>
          <p:nvPr>
            <p:ph type="body" sz="half" idx="1"/>
          </p:nvPr>
        </p:nvSpPr>
        <p:spPr>
          <a:xfrm>
            <a:off x="581193" y="2228002"/>
            <a:ext cx="5194768" cy="363304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80" name="Title Text"/>
          <p:cNvSpPr txBox="1"/>
          <p:nvPr>
            <p:ph type="title"/>
          </p:nvPr>
        </p:nvSpPr>
        <p:spPr>
          <a:xfrm>
            <a:off x="581193" y="729657"/>
            <a:ext cx="11029616" cy="988334"/>
          </a:xfrm>
          <a:prstGeom prst="rect">
            <a:avLst/>
          </a:prstGeom>
        </p:spPr>
        <p:txBody>
          <a:bodyPr/>
          <a:lstStyle/>
          <a:p>
            <a:pPr/>
            <a:r>
              <a:t>Title Text</a:t>
            </a:r>
          </a:p>
        </p:txBody>
      </p:sp>
      <p:sp>
        <p:nvSpPr>
          <p:cNvPr id="81" name="Body Level One…"/>
          <p:cNvSpPr txBox="1"/>
          <p:nvPr>
            <p:ph type="body" sz="quarter" idx="1"/>
          </p:nvPr>
        </p:nvSpPr>
        <p:spPr>
          <a:xfrm>
            <a:off x="581190" y="2250891"/>
            <a:ext cx="5194770" cy="557785"/>
          </a:xfrm>
          <a:prstGeom prst="rect">
            <a:avLst/>
          </a:prstGeom>
        </p:spPr>
        <p:txBody>
          <a:bodyPr/>
          <a:lstStyle>
            <a:lvl1pPr marL="0" indent="0">
              <a:buClrTx/>
              <a:buSzTx/>
              <a:buNone/>
              <a:defRPr sz="2000"/>
            </a:lvl1pPr>
            <a:lvl2pPr marL="0" indent="457200">
              <a:buClrTx/>
              <a:buSzTx/>
              <a:buNone/>
              <a:defRPr sz="2000"/>
            </a:lvl2pPr>
            <a:lvl3pPr marL="0" indent="914400">
              <a:buClrTx/>
              <a:buSzTx/>
              <a:buNone/>
              <a:defRPr sz="2000"/>
            </a:lvl3pPr>
            <a:lvl4pPr marL="0" indent="1371600">
              <a:buClrTx/>
              <a:buSzTx/>
              <a:buNone/>
              <a:defRPr sz="2000"/>
            </a:lvl4pPr>
            <a:lvl5pPr marL="0" indent="1828800">
              <a:buClrTx/>
              <a:buSzTx/>
              <a:buNone/>
              <a:defRPr sz="2000"/>
            </a:lvl5pPr>
          </a:lstStyle>
          <a:p>
            <a:pPr/>
            <a:r>
              <a:t>Body Level One</a:t>
            </a:r>
          </a:p>
          <a:p>
            <a:pPr lvl="1"/>
            <a:r>
              <a:t>Body Level Two</a:t>
            </a:r>
          </a:p>
          <a:p>
            <a:pPr lvl="2"/>
            <a:r>
              <a:t>Body Level Three</a:t>
            </a:r>
          </a:p>
          <a:p>
            <a:pPr lvl="3"/>
            <a:r>
              <a:t>Body Level Four</a:t>
            </a:r>
          </a:p>
          <a:p>
            <a:pPr lvl="4"/>
            <a:r>
              <a:t>Body Level Five</a:t>
            </a:r>
          </a:p>
        </p:txBody>
      </p:sp>
      <p:sp>
        <p:nvSpPr>
          <p:cNvPr id="82" name="Text Placeholder 4"/>
          <p:cNvSpPr/>
          <p:nvPr>
            <p:ph type="body" sz="quarter" idx="21"/>
          </p:nvPr>
        </p:nvSpPr>
        <p:spPr>
          <a:xfrm>
            <a:off x="6416038" y="2250892"/>
            <a:ext cx="5194772" cy="553374"/>
          </a:xfrm>
          <a:prstGeom prst="rect">
            <a:avLst/>
          </a:prstGeom>
        </p:spPr>
        <p:txBody>
          <a:bodyPr/>
          <a:lstStyle/>
          <a:p>
            <a:pPr marL="0" indent="0">
              <a:lnSpc>
                <a:spcPct val="100000"/>
              </a:lnSpc>
              <a:buClrTx/>
              <a:buSzTx/>
              <a:buNone/>
              <a:defRPr sz="2000"/>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0" name="Title Text"/>
          <p:cNvSpPr txBox="1"/>
          <p:nvPr>
            <p:ph type="title"/>
          </p:nvPr>
        </p:nvSpPr>
        <p:spPr>
          <a:prstGeom prst="rect">
            <a:avLst/>
          </a:prstGeom>
        </p:spPr>
        <p:txBody>
          <a:bodyPr/>
          <a:lstStyle/>
          <a:p>
            <a:pPr/>
            <a:r>
              <a:t>Title Text</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9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105" name="Rectangle 8"/>
          <p:cNvSpPr/>
          <p:nvPr/>
        </p:nvSpPr>
        <p:spPr>
          <a:xfrm>
            <a:off x="447817" y="601199"/>
            <a:ext cx="3682723" cy="5815477"/>
          </a:xfrm>
          <a:prstGeom prst="rect">
            <a:avLst/>
          </a:prstGeom>
          <a:solidFill>
            <a:srgbClr val="465359"/>
          </a:solidFill>
          <a:ln w="12700">
            <a:miter lim="400000"/>
          </a:ln>
        </p:spPr>
        <p:txBody>
          <a:bodyPr lIns="45719" rIns="45719"/>
          <a:lstStyle/>
          <a:p>
            <a:pPr/>
          </a:p>
        </p:txBody>
      </p:sp>
      <p:sp>
        <p:nvSpPr>
          <p:cNvPr id="106" name="Title Text"/>
          <p:cNvSpPr txBox="1"/>
          <p:nvPr>
            <p:ph type="title"/>
          </p:nvPr>
        </p:nvSpPr>
        <p:spPr>
          <a:xfrm>
            <a:off x="767857" y="933450"/>
            <a:ext cx="3031852" cy="1722420"/>
          </a:xfrm>
          <a:prstGeom prst="rect">
            <a:avLst/>
          </a:prstGeom>
        </p:spPr>
        <p:txBody>
          <a:bodyPr/>
          <a:lstStyle>
            <a:lvl1pPr>
              <a:defRPr sz="2400">
                <a:solidFill>
                  <a:srgbClr val="FFFFFF"/>
                </a:solidFill>
              </a:defRPr>
            </a:lvl1pPr>
          </a:lstStyle>
          <a:p>
            <a:pPr/>
            <a:r>
              <a:t>Title Text</a:t>
            </a:r>
          </a:p>
        </p:txBody>
      </p:sp>
      <p:sp>
        <p:nvSpPr>
          <p:cNvPr id="107" name="Body Level One…"/>
          <p:cNvSpPr txBox="1"/>
          <p:nvPr>
            <p:ph type="body" sz="half" idx="1"/>
          </p:nvPr>
        </p:nvSpPr>
        <p:spPr>
          <a:xfrm>
            <a:off x="4900927" y="1179828"/>
            <a:ext cx="6650992" cy="4658218"/>
          </a:xfrm>
          <a:prstGeom prst="rect">
            <a:avLst/>
          </a:prstGeom>
        </p:spPr>
        <p:txBody>
          <a:bodyPr/>
          <a:lstStyle>
            <a:lvl1pPr>
              <a:defRPr sz="2000">
                <a:solidFill>
                  <a:srgbClr val="3D3D3D"/>
                </a:solidFill>
              </a:defRPr>
            </a:lvl1pPr>
            <a:lvl2pPr marL="663999" indent="-339999">
              <a:defRPr sz="2000">
                <a:solidFill>
                  <a:srgbClr val="3D3D3D"/>
                </a:solidFill>
              </a:defRPr>
            </a:lvl2pPr>
            <a:lvl3pPr marL="967500" indent="-337500">
              <a:defRPr sz="2000">
                <a:solidFill>
                  <a:srgbClr val="3D3D3D"/>
                </a:solidFill>
              </a:defRPr>
            </a:lvl3pPr>
            <a:lvl4pPr marL="1342285" indent="-334285">
              <a:defRPr sz="2000">
                <a:solidFill>
                  <a:srgbClr val="3D3D3D"/>
                </a:solidFill>
              </a:defRPr>
            </a:lvl4pPr>
            <a:lvl5pPr marL="1702285" indent="-334285">
              <a:defRPr sz="2000">
                <a:solidFill>
                  <a:srgbClr val="3D3D3D"/>
                </a:solidFill>
              </a:defRPr>
            </a:lvl5pPr>
          </a:lstStyle>
          <a:p>
            <a:pPr/>
            <a:r>
              <a:t>Body Level One</a:t>
            </a:r>
          </a:p>
          <a:p>
            <a:pPr lvl="1"/>
            <a:r>
              <a:t>Body Level Two</a:t>
            </a:r>
          </a:p>
          <a:p>
            <a:pPr lvl="2"/>
            <a:r>
              <a:t>Body Level Three</a:t>
            </a:r>
          </a:p>
          <a:p>
            <a:pPr lvl="3"/>
            <a:r>
              <a:t>Body Level Four</a:t>
            </a:r>
          </a:p>
          <a:p>
            <a:pPr lvl="4"/>
            <a:r>
              <a:t>Body Level Five</a:t>
            </a:r>
          </a:p>
        </p:txBody>
      </p:sp>
      <p:sp>
        <p:nvSpPr>
          <p:cNvPr id="108" name="Text Placeholder 3"/>
          <p:cNvSpPr/>
          <p:nvPr>
            <p:ph type="body" sz="quarter" idx="21"/>
          </p:nvPr>
        </p:nvSpPr>
        <p:spPr>
          <a:xfrm>
            <a:off x="767857" y="2836653"/>
            <a:ext cx="3031852" cy="3001393"/>
          </a:xfrm>
          <a:prstGeom prst="rect">
            <a:avLst/>
          </a:prstGeom>
        </p:spPr>
        <p:txBody>
          <a:bodyPr anchor="t"/>
          <a:lstStyle/>
          <a:p>
            <a:pPr marL="0" indent="0">
              <a:buClrTx/>
              <a:buSzTx/>
              <a:buNone/>
              <a:defRPr sz="1600">
                <a:solidFill>
                  <a:srgbClr val="FFFFFF"/>
                </a:solidFill>
              </a:defRPr>
            </a:pPr>
          </a:p>
        </p:txBody>
      </p:sp>
      <p:sp>
        <p:nvSpPr>
          <p:cNvPr id="109" name="Slide Number"/>
          <p:cNvSpPr txBox="1"/>
          <p:nvPr>
            <p:ph type="sldNum" sz="quarter" idx="2"/>
          </p:nvPr>
        </p:nvSpPr>
        <p:spPr>
          <a:xfrm>
            <a:off x="11379568" y="6525508"/>
            <a:ext cx="231242" cy="22794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116" name="Title Text"/>
          <p:cNvSpPr txBox="1"/>
          <p:nvPr>
            <p:ph type="title"/>
          </p:nvPr>
        </p:nvSpPr>
        <p:spPr>
          <a:xfrm>
            <a:off x="581193" y="4693389"/>
            <a:ext cx="11029616" cy="566739"/>
          </a:xfrm>
          <a:prstGeom prst="rect">
            <a:avLst/>
          </a:prstGeom>
        </p:spPr>
        <p:txBody>
          <a:bodyPr/>
          <a:lstStyle>
            <a:lvl1pPr>
              <a:defRPr sz="2400"/>
            </a:lvl1pPr>
          </a:lstStyle>
          <a:p>
            <a:pPr/>
            <a:r>
              <a:t>Title Text</a:t>
            </a:r>
          </a:p>
        </p:txBody>
      </p:sp>
      <p:sp>
        <p:nvSpPr>
          <p:cNvPr id="117" name="Picture Placeholder 2"/>
          <p:cNvSpPr/>
          <p:nvPr>
            <p:ph type="pic" idx="21"/>
          </p:nvPr>
        </p:nvSpPr>
        <p:spPr>
          <a:xfrm>
            <a:off x="447816" y="641350"/>
            <a:ext cx="11290860" cy="3651249"/>
          </a:xfrm>
          <a:prstGeom prst="rect">
            <a:avLst/>
          </a:prstGeom>
        </p:spPr>
        <p:txBody>
          <a:bodyPr lIns="91439" rIns="91439" anchor="t">
            <a:noAutofit/>
          </a:bodyPr>
          <a:lstStyle/>
          <a:p>
            <a:pPr/>
          </a:p>
        </p:txBody>
      </p:sp>
      <p:sp>
        <p:nvSpPr>
          <p:cNvPr id="118" name="Body Level One…"/>
          <p:cNvSpPr txBox="1"/>
          <p:nvPr>
            <p:ph type="body" sz="quarter" idx="1"/>
          </p:nvPr>
        </p:nvSpPr>
        <p:spPr>
          <a:xfrm>
            <a:off x="581191" y="5260126"/>
            <a:ext cx="11029618" cy="998149"/>
          </a:xfrm>
          <a:prstGeom prst="rect">
            <a:avLst/>
          </a:prstGeom>
        </p:spPr>
        <p:txBody>
          <a:bodyPr anchor="t"/>
          <a:lstStyle>
            <a:lvl1pPr marL="0" indent="0">
              <a:buClrTx/>
              <a:buSzTx/>
              <a:buNone/>
              <a:defRPr sz="1600"/>
            </a:lvl1pPr>
            <a:lvl2pPr marL="0" indent="457200">
              <a:buClrTx/>
              <a:buSzTx/>
              <a:buNone/>
              <a:defRPr sz="1600"/>
            </a:lvl2pPr>
            <a:lvl3pPr marL="0" indent="914400">
              <a:buClrTx/>
              <a:buSzTx/>
              <a:buNone/>
              <a:defRPr sz="1600"/>
            </a:lvl3pPr>
            <a:lvl4pPr marL="0" indent="1371600">
              <a:buClrTx/>
              <a:buSzTx/>
              <a:buNone/>
              <a:defRPr sz="1600"/>
            </a:lvl4pPr>
            <a:lvl5pPr marL="0" indent="1828800">
              <a:buClrTx/>
              <a:buSz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8"/>
          <p:cNvSpPr/>
          <p:nvPr/>
        </p:nvSpPr>
        <p:spPr>
          <a:xfrm>
            <a:off x="446533" y="457200"/>
            <a:ext cx="3703322" cy="94997"/>
          </a:xfrm>
          <a:prstGeom prst="rect">
            <a:avLst/>
          </a:prstGeom>
          <a:solidFill>
            <a:srgbClr val="465359"/>
          </a:solidFill>
          <a:ln w="12700">
            <a:miter lim="400000"/>
          </a:ln>
        </p:spPr>
        <p:txBody>
          <a:bodyPr lIns="45719" rIns="45719"/>
          <a:lstStyle/>
          <a:p>
            <a:pPr/>
          </a:p>
        </p:txBody>
      </p:sp>
      <p:sp>
        <p:nvSpPr>
          <p:cNvPr id="3" name="Rectangle 9"/>
          <p:cNvSpPr/>
          <p:nvPr/>
        </p:nvSpPr>
        <p:spPr>
          <a:xfrm>
            <a:off x="8042147" y="453642"/>
            <a:ext cx="3703321" cy="98555"/>
          </a:xfrm>
          <a:prstGeom prst="rect">
            <a:avLst/>
          </a:prstGeom>
          <a:solidFill>
            <a:schemeClr val="accent4"/>
          </a:solidFill>
          <a:ln w="12700">
            <a:miter lim="400000"/>
          </a:ln>
        </p:spPr>
        <p:txBody>
          <a:bodyPr lIns="45719" rIns="45719"/>
          <a:lstStyle/>
          <a:p>
            <a:pPr/>
          </a:p>
        </p:txBody>
      </p:sp>
      <p:sp>
        <p:nvSpPr>
          <p:cNvPr id="4" name="Rectangle 10"/>
          <p:cNvSpPr/>
          <p:nvPr/>
        </p:nvSpPr>
        <p:spPr>
          <a:xfrm>
            <a:off x="4241829" y="457199"/>
            <a:ext cx="3703321" cy="91442"/>
          </a:xfrm>
          <a:prstGeom prst="rect">
            <a:avLst/>
          </a:prstGeom>
          <a:solidFill>
            <a:schemeClr val="accent1"/>
          </a:solidFill>
          <a:ln w="12700">
            <a:miter lim="400000"/>
          </a:ln>
        </p:spPr>
        <p:txBody>
          <a:bodyPr lIns="45719" rIns="45719"/>
          <a:lstStyle/>
          <a:p>
            <a:pPr/>
          </a:p>
        </p:txBody>
      </p:sp>
      <p:sp>
        <p:nvSpPr>
          <p:cNvPr id="5" name="Title Text"/>
          <p:cNvSpPr txBox="1"/>
          <p:nvPr>
            <p:ph type="title"/>
          </p:nvPr>
        </p:nvSpPr>
        <p:spPr>
          <a:xfrm>
            <a:off x="575894" y="729657"/>
            <a:ext cx="11029616" cy="988334"/>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a:r>
              <a:t>Title Text</a:t>
            </a:r>
          </a:p>
        </p:txBody>
      </p:sp>
      <p:sp>
        <p:nvSpPr>
          <p:cNvPr id="6" name="Body Level One…"/>
          <p:cNvSpPr txBox="1"/>
          <p:nvPr>
            <p:ph type="body" idx="1"/>
          </p:nvPr>
        </p:nvSpPr>
        <p:spPr>
          <a:xfrm>
            <a:off x="609600" y="1600200"/>
            <a:ext cx="109728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7" name="Slide Number"/>
          <p:cNvSpPr txBox="1"/>
          <p:nvPr>
            <p:ph type="sldNum" sz="quarter" idx="2"/>
          </p:nvPr>
        </p:nvSpPr>
        <p:spPr>
          <a:xfrm>
            <a:off x="11379568" y="6492506"/>
            <a:ext cx="231242" cy="227941"/>
          </a:xfrm>
          <a:prstGeom prst="rect">
            <a:avLst/>
          </a:prstGeom>
          <a:ln w="12700">
            <a:miter lim="400000"/>
          </a:ln>
        </p:spPr>
        <p:txBody>
          <a:bodyPr wrap="none" lIns="45719" rIns="45719" anchor="ctr">
            <a:spAutoFit/>
          </a:bodyPr>
          <a:lstStyle>
            <a:lvl1pPr algn="r">
              <a:defRPr sz="900">
                <a:solidFill>
                  <a:srgbClr val="40404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1pPr>
      <a:lvl2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2pPr>
      <a:lvl3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3pPr>
      <a:lvl4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4pPr>
      <a:lvl5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5pPr>
      <a:lvl6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6pPr>
      <a:lvl7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7pPr>
      <a:lvl8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8pPr>
      <a:lvl9pPr marL="0" marR="0" indent="0" algn="l" defTabSz="457200" rtl="0" latinLnBrk="0">
        <a:lnSpc>
          <a:spcPct val="100000"/>
        </a:lnSpc>
        <a:spcBef>
          <a:spcPts val="0"/>
        </a:spcBef>
        <a:spcAft>
          <a:spcPts val="0"/>
        </a:spcAft>
        <a:buClrTx/>
        <a:buSzTx/>
        <a:buFontTx/>
        <a:buNone/>
        <a:tabLst/>
        <a:defRPr b="1" baseline="0" cap="all" i="0" spc="0" strike="noStrike" sz="2800" u="none">
          <a:solidFill>
            <a:srgbClr val="404040"/>
          </a:solidFill>
          <a:uFillTx/>
          <a:latin typeface="Franklin Gothic Demi"/>
          <a:ea typeface="Franklin Gothic Demi"/>
          <a:cs typeface="Franklin Gothic Demi"/>
          <a:sym typeface="Franklin Gothic Demi"/>
        </a:defRPr>
      </a:lvl9pPr>
    </p:titleStyle>
    <p:bodyStyle>
      <a:lvl1pPr marL="305999" marR="0" indent="-305999"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1pPr>
      <a:lvl2pPr marL="695571" marR="0" indent="-371571"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2pPr>
      <a:lvl3pPr marL="983076" marR="0" indent="-353076"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3pPr>
      <a:lvl4pPr marL="1369636" marR="0" indent="-361636"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4pPr>
      <a:lvl5pPr marL="1729636" marR="0" indent="-361636"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5pPr>
      <a:lvl6pPr marL="1995249" marR="0" indent="-323850"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6pPr>
      <a:lvl7pPr marL="2295250" marR="0" indent="-323850"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7pPr>
      <a:lvl8pPr marL="2595249" marR="0" indent="-323850"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8pPr>
      <a:lvl9pPr marL="2895250" marR="0" indent="-323850" algn="l" defTabSz="457200" rtl="0" latinLnBrk="0">
        <a:lnSpc>
          <a:spcPct val="110000"/>
        </a:lnSpc>
        <a:spcBef>
          <a:spcPts val="600"/>
        </a:spcBef>
        <a:spcAft>
          <a:spcPts val="0"/>
        </a:spcAft>
        <a:buClr>
          <a:schemeClr val="accent1"/>
        </a:buClr>
        <a:buSzPct val="92000"/>
        <a:buFontTx/>
        <a:buChar char="◼"/>
        <a:tabLst/>
        <a:defRPr b="0" baseline="0" cap="none" i="0" spc="0" strike="noStrike" sz="1700" u="none">
          <a:solidFill>
            <a:srgbClr val="404040"/>
          </a:solidFill>
          <a:uFillTx/>
          <a:latin typeface="Franklin Gothic Book"/>
          <a:ea typeface="Franklin Gothic Book"/>
          <a:cs typeface="Franklin Gothic Book"/>
          <a:sym typeface="Franklin Gothic Book"/>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1pPr>
      <a:lvl2pPr marL="0" marR="0" indent="457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2pPr>
      <a:lvl3pPr marL="0" marR="0" indent="914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3pPr>
      <a:lvl4pPr marL="0" marR="0" indent="1371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4pPr>
      <a:lvl5pPr marL="0" marR="0" indent="18288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5pPr>
      <a:lvl6pPr marL="0" marR="0" indent="22860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6pPr>
      <a:lvl7pPr marL="0" marR="0" indent="2743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7pPr>
      <a:lvl8pPr marL="0" marR="0" indent="3200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8pPr>
      <a:lvl9pPr marL="0" marR="0" indent="3657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Franklin Gothic Boo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audio" Target="../media/media1.mp3"/><Relationship Id="rId4" Type="http://schemas.microsoft.com/office/2007/relationships/media" Target="../media/media1.mp3"/><Relationship Id="rId5"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audio" Target="../media/media2.mp3"/><Relationship Id="rId4" Type="http://schemas.microsoft.com/office/2007/relationships/media" Target="../media/media2.mp3"/><Relationship Id="rId5"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audio" Target="../media/media3.mp3"/><Relationship Id="rId5" Type="http://schemas.microsoft.com/office/2007/relationships/media" Target="../media/media3.mp3"/><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audio" Target="../media/media4.mp3"/><Relationship Id="rId6" Type="http://schemas.microsoft.com/office/2007/relationships/media" Target="../media/media4.mp3"/><Relationship Id="rId7"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audio" Target="../media/media5.mp3"/><Relationship Id="rId6" Type="http://schemas.microsoft.com/office/2007/relationships/media" Target="../media/media5.mp3"/><Relationship Id="rId7"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audio" Target="../media/media6.mp3"/><Relationship Id="rId5" Type="http://schemas.microsoft.com/office/2007/relationships/media" Target="../media/media6.mp3"/><Relationship Id="rId6"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audio" Target="../media/media7.mp3"/><Relationship Id="rId4" Type="http://schemas.microsoft.com/office/2007/relationships/media" Target="../media/media7.mp3"/><Relationship Id="rId5"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audio" Target="../media/media8.mp3"/><Relationship Id="rId4" Type="http://schemas.microsoft.com/office/2007/relationships/media" Target="../media/media8.mp3"/><Relationship Id="rId5"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audio" Target="../media/media9.mp3"/><Relationship Id="rId4" Type="http://schemas.microsoft.com/office/2007/relationships/media" Target="../media/media9.mp3"/><Relationship Id="rId5"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exiftool.org/" TargetMode="External"/><Relationship Id="rId4" Type="http://schemas.openxmlformats.org/officeDocument/2006/relationships/hyperlink" Target="https://formulae.brew.sh/formula/exiftool" TargetMode="External"/><Relationship Id="rId5" Type="http://schemas.openxmlformats.org/officeDocument/2006/relationships/audio" Target="../media/media10.mp3"/><Relationship Id="rId6" Type="http://schemas.microsoft.com/office/2007/relationships/media" Target="../media/media10.mp3"/><Relationship Id="rId7"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Rectangle 32"/>
          <p:cNvSpPr/>
          <p:nvPr/>
        </p:nvSpPr>
        <p:spPr>
          <a:xfrm>
            <a:off x="0" y="0"/>
            <a:ext cx="7537702"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29" name="Rectangle 34"/>
          <p:cNvSpPr/>
          <p:nvPr/>
        </p:nvSpPr>
        <p:spPr>
          <a:xfrm>
            <a:off x="7537705" y="0"/>
            <a:ext cx="4654296" cy="6858000"/>
          </a:xfrm>
          <a:prstGeom prst="rect">
            <a:avLst/>
          </a:prstGeom>
          <a:solidFill>
            <a:srgbClr val="262626"/>
          </a:solidFill>
          <a:ln w="12700">
            <a:miter lim="400000"/>
          </a:ln>
        </p:spPr>
        <p:txBody>
          <a:bodyPr lIns="45719" rIns="45719"/>
          <a:lstStyle/>
          <a:p>
            <a:pPr>
              <a:defRPr>
                <a:solidFill>
                  <a:srgbClr val="FFFFFF"/>
                </a:solidFill>
              </a:defRPr>
            </a:pPr>
          </a:p>
        </p:txBody>
      </p:sp>
      <p:sp>
        <p:nvSpPr>
          <p:cNvPr id="130" name="Title 1"/>
          <p:cNvSpPr txBox="1"/>
          <p:nvPr>
            <p:ph type="title"/>
          </p:nvPr>
        </p:nvSpPr>
        <p:spPr>
          <a:xfrm>
            <a:off x="8109235" y="863694"/>
            <a:ext cx="3511234" cy="3779995"/>
          </a:xfrm>
          <a:prstGeom prst="rect">
            <a:avLst/>
          </a:prstGeom>
        </p:spPr>
        <p:txBody>
          <a:bodyPr anchor="ctr"/>
          <a:lstStyle/>
          <a:p>
            <a:pPr>
              <a:defRPr cap="none" sz="5400"/>
            </a:pPr>
            <a:r>
              <a:t>Capture </a:t>
            </a:r>
            <a:br/>
            <a:r>
              <a:t>The </a:t>
            </a:r>
            <a:br/>
            <a:r>
              <a:t>Flag</a:t>
            </a:r>
          </a:p>
        </p:txBody>
      </p:sp>
      <p:sp>
        <p:nvSpPr>
          <p:cNvPr id="131" name="Subtitle 2"/>
          <p:cNvSpPr txBox="1"/>
          <p:nvPr>
            <p:ph type="body" sz="quarter" idx="1"/>
          </p:nvPr>
        </p:nvSpPr>
        <p:spPr>
          <a:xfrm>
            <a:off x="8109236" y="4739780"/>
            <a:ext cx="3511234" cy="1147055"/>
          </a:xfrm>
          <a:prstGeom prst="rect">
            <a:avLst/>
          </a:prstGeom>
        </p:spPr>
        <p:txBody>
          <a:bodyPr/>
          <a:lstStyle/>
          <a:p>
            <a:pPr>
              <a:defRPr sz="2000"/>
            </a:pPr>
            <a:r>
              <a:t>NAME: Braeden</a:t>
            </a:r>
          </a:p>
          <a:p>
            <a:pPr>
              <a:defRPr sz="2000"/>
            </a:pPr>
            <a:r>
              <a:t>Team Name: new order of the stone</a:t>
            </a:r>
          </a:p>
        </p:txBody>
      </p:sp>
      <p:sp>
        <p:nvSpPr>
          <p:cNvPr id="132" name="Rectangle 36"/>
          <p:cNvSpPr/>
          <p:nvPr/>
        </p:nvSpPr>
        <p:spPr>
          <a:xfrm>
            <a:off x="8109235" y="457200"/>
            <a:ext cx="3511234" cy="91439"/>
          </a:xfrm>
          <a:prstGeom prst="rect">
            <a:avLst/>
          </a:prstGeom>
          <a:solidFill>
            <a:schemeClr val="accent1"/>
          </a:solidFill>
          <a:ln w="12700">
            <a:miter lim="400000"/>
          </a:ln>
        </p:spPr>
        <p:txBody>
          <a:bodyPr lIns="45719" rIns="45719"/>
          <a:lstStyle/>
          <a:p>
            <a:pPr>
              <a:defRPr>
                <a:solidFill>
                  <a:srgbClr val="FFFFFF"/>
                </a:solidFill>
              </a:defRPr>
            </a:pPr>
          </a:p>
        </p:txBody>
      </p:sp>
      <p:pic>
        <p:nvPicPr>
          <p:cNvPr id="133" name="Picture 4" descr="Picture 4"/>
          <p:cNvPicPr>
            <a:picLocks noChangeAspect="1"/>
          </p:cNvPicPr>
          <p:nvPr/>
        </p:nvPicPr>
        <p:blipFill>
          <a:blip r:embed="rId2">
            <a:extLst/>
          </a:blip>
          <a:srcRect l="0" t="2932" r="0" b="2930"/>
          <a:stretch>
            <a:fillRect/>
          </a:stretch>
        </p:blipFill>
        <p:spPr>
          <a:xfrm>
            <a:off x="702559" y="647807"/>
            <a:ext cx="6134976" cy="5581781"/>
          </a:xfrm>
          <a:prstGeom prst="rect">
            <a:avLst/>
          </a:prstGeom>
          <a:ln w="12700">
            <a:miter lim="400000"/>
          </a:ln>
        </p:spPr>
      </p:pic>
      <p:pic>
        <p:nvPicPr>
          <p:cNvPr id="134" name="ElevenLabs_2026-04-26T12_34_46_James - Husky, Engaging and Bold_pvc_sp120_s0_sb30_se100_b_m2.mp3" descr="ElevenLabs_2026-04-26T12_34_46_James - Husky, Engaging and Bold_pvc_sp120_s0_sb30_se100_b_m2.mp3"/>
          <p:cNvPicPr>
            <a:picLocks noChangeAspect="0"/>
          </p:cNvPicPr>
          <p:nvPr>
            <a:audioFile r:link="rId3"/>
            <p:extLst>
              <p:ext uri="{DAA4B4D4-6D71-4841-9C94-3DE7FCFB9230}">
                <p14:media xmlns:p14="http://schemas.microsoft.com/office/powerpoint/2010/main" r:embed="rId4"/>
              </p:ext>
            </p:extLst>
          </p:nvPr>
        </p:nvPicPr>
        <p:blipFill>
          <a:blip r:embed="rId5">
            <a:extLst/>
          </a:blip>
          <a:stretch>
            <a:fillRect/>
          </a:stretch>
        </p:blipFill>
        <p:spPr>
          <a:xfrm>
            <a:off x="10896600" y="5803900"/>
            <a:ext cx="571500" cy="57150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4994" fill="hold"/>
                                        <p:tgtEl>
                                          <p:spTgt spid="134"/>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3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itle 1"/>
          <p:cNvSpPr txBox="1"/>
          <p:nvPr>
            <p:ph type="title"/>
          </p:nvPr>
        </p:nvSpPr>
        <p:spPr>
          <a:xfrm>
            <a:off x="581192" y="702155"/>
            <a:ext cx="11029616" cy="1188721"/>
          </a:xfrm>
          <a:prstGeom prst="rect">
            <a:avLst/>
          </a:prstGeom>
        </p:spPr>
        <p:txBody>
          <a:bodyPr/>
          <a:lstStyle>
            <a:lvl1pPr>
              <a:defRPr cap="none" sz="3600"/>
            </a:lvl1pPr>
          </a:lstStyle>
          <a:p>
            <a:pPr/>
            <a:r>
              <a:t>Introduction</a:t>
            </a:r>
          </a:p>
        </p:txBody>
      </p:sp>
      <p:sp>
        <p:nvSpPr>
          <p:cNvPr id="137" name="Content Placeholder 4"/>
          <p:cNvSpPr txBox="1"/>
          <p:nvPr>
            <p:ph type="body" sz="half" idx="1"/>
          </p:nvPr>
        </p:nvSpPr>
        <p:spPr>
          <a:xfrm>
            <a:off x="581191" y="2875886"/>
            <a:ext cx="7422268" cy="3003805"/>
          </a:xfrm>
          <a:prstGeom prst="rect">
            <a:avLst/>
          </a:prstGeom>
        </p:spPr>
        <p:txBody>
          <a:bodyPr/>
          <a:lstStyle/>
          <a:p>
            <a:pPr marL="305434" indent="-305434">
              <a:spcBef>
                <a:spcPts val="700"/>
              </a:spcBef>
              <a:defRPr sz="3200"/>
            </a:pPr>
            <a:r>
              <a:t>The CTF Problem</a:t>
            </a:r>
          </a:p>
          <a:p>
            <a:pPr marL="305434" indent="-305434">
              <a:spcBef>
                <a:spcPts val="700"/>
              </a:spcBef>
              <a:defRPr sz="3200"/>
            </a:pPr>
            <a:r>
              <a:t>Steps to Solve</a:t>
            </a:r>
          </a:p>
          <a:p>
            <a:pPr marL="305434" indent="-305434">
              <a:spcBef>
                <a:spcPts val="700"/>
              </a:spcBef>
              <a:defRPr sz="3200"/>
            </a:pPr>
            <a:r>
              <a:t>The Solution</a:t>
            </a:r>
          </a:p>
          <a:p>
            <a:pPr marL="305434" indent="-305434">
              <a:spcBef>
                <a:spcPts val="700"/>
              </a:spcBef>
              <a:defRPr sz="3200"/>
            </a:pPr>
            <a:r>
              <a:t>Workplace Relevance</a:t>
            </a:r>
          </a:p>
        </p:txBody>
      </p:sp>
      <p:pic>
        <p:nvPicPr>
          <p:cNvPr id="138" name="CMIT321_Slide2.mp3" descr="CMIT321_Slide2.mp3"/>
          <p:cNvPicPr>
            <a:picLocks noChangeAspect="0"/>
          </p:cNvPicPr>
          <p:nvPr>
            <a:audioFile r:link="rId3"/>
            <p:extLst>
              <p:ext uri="{DAA4B4D4-6D71-4841-9C94-3DE7FCFB9230}">
                <p14:media xmlns:p14="http://schemas.microsoft.com/office/powerpoint/2010/main" r:embed="rId4"/>
              </p:ext>
            </p:extLst>
          </p:nvPr>
        </p:nvPicPr>
        <p:blipFill>
          <a:blip r:embed="rId5">
            <a:extLst/>
          </a:blip>
          <a:stretch>
            <a:fillRect/>
          </a:stretch>
        </p:blipFill>
        <p:spPr>
          <a:xfrm>
            <a:off x="10579420" y="5498454"/>
            <a:ext cx="571501" cy="571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5464" fill="hold"/>
                                        <p:tgtEl>
                                          <p:spTgt spid="138"/>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3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Title 1"/>
          <p:cNvSpPr txBox="1"/>
          <p:nvPr>
            <p:ph type="title"/>
          </p:nvPr>
        </p:nvSpPr>
        <p:spPr>
          <a:xfrm>
            <a:off x="581192" y="731651"/>
            <a:ext cx="11029616" cy="723522"/>
          </a:xfrm>
          <a:prstGeom prst="rect">
            <a:avLst/>
          </a:prstGeom>
        </p:spPr>
        <p:txBody>
          <a:bodyPr/>
          <a:lstStyle>
            <a:lvl1pPr>
              <a:defRPr cap="none" sz="3600"/>
            </a:lvl1pPr>
          </a:lstStyle>
          <a:p>
            <a:pPr/>
            <a:r>
              <a:t>CTF Category Description </a:t>
            </a:r>
          </a:p>
        </p:txBody>
      </p:sp>
      <p:sp>
        <p:nvSpPr>
          <p:cNvPr id="143" name="Content Placeholder 4"/>
          <p:cNvSpPr txBox="1"/>
          <p:nvPr>
            <p:ph type="body" idx="1"/>
          </p:nvPr>
        </p:nvSpPr>
        <p:spPr>
          <a:xfrm>
            <a:off x="581192" y="1868915"/>
            <a:ext cx="10942215" cy="3637149"/>
          </a:xfrm>
          <a:prstGeom prst="rect">
            <a:avLst/>
          </a:prstGeom>
        </p:spPr>
        <p:txBody>
          <a:bodyPr/>
          <a:lstStyle/>
          <a:p>
            <a:pPr/>
          </a:p>
          <a:p>
            <a:pPr/>
          </a:p>
          <a:p>
            <a:pPr/>
          </a:p>
          <a:p>
            <a:pPr/>
            <a:r>
              <a:t>I chose the Category 2 File Analysis challenge.</a:t>
            </a:r>
            <a:br/>
            <a:br/>
            <a:r>
              <a:t>This challenge involves finding out what the filename and extension are for a corrupted file.</a:t>
            </a:r>
          </a:p>
        </p:txBody>
      </p:sp>
      <p:pic>
        <p:nvPicPr>
          <p:cNvPr id="144" name="pasted-movie.png" descr="pasted-movie.png"/>
          <p:cNvPicPr>
            <a:picLocks noChangeAspect="1"/>
          </p:cNvPicPr>
          <p:nvPr/>
        </p:nvPicPr>
        <p:blipFill>
          <a:blip r:embed="rId3">
            <a:extLst/>
          </a:blip>
          <a:stretch>
            <a:fillRect/>
          </a:stretch>
        </p:blipFill>
        <p:spPr>
          <a:xfrm>
            <a:off x="3162299" y="2087289"/>
            <a:ext cx="5867401" cy="965201"/>
          </a:xfrm>
          <a:prstGeom prst="rect">
            <a:avLst/>
          </a:prstGeom>
          <a:ln w="12700">
            <a:miter lim="400000"/>
          </a:ln>
        </p:spPr>
      </p:pic>
      <p:pic>
        <p:nvPicPr>
          <p:cNvPr id="145" name="CMIT321_Slide3.mp3" descr="CMIT321_Slide3.mp3"/>
          <p:cNvPicPr>
            <a:picLocks noChangeAspect="0"/>
          </p:cNvPicPr>
          <p:nvPr>
            <a:audioFile r:link="rId4"/>
            <p:extLst>
              <p:ext uri="{DAA4B4D4-6D71-4841-9C94-3DE7FCFB9230}">
                <p14:media xmlns:p14="http://schemas.microsoft.com/office/powerpoint/2010/main" r:embed="rId5"/>
              </p:ext>
            </p:extLst>
          </p:nvPr>
        </p:nvPicPr>
        <p:blipFill>
          <a:blip r:embed="rId6">
            <a:extLst/>
          </a:blip>
          <a:stretch>
            <a:fillRect/>
          </a:stretch>
        </p:blipFill>
        <p:spPr>
          <a:xfrm>
            <a:off x="10893711" y="5735709"/>
            <a:ext cx="571501" cy="571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5777" fill="hold"/>
                                        <p:tgtEl>
                                          <p:spTgt spid="145"/>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4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Title 1"/>
          <p:cNvSpPr txBox="1"/>
          <p:nvPr>
            <p:ph type="title"/>
          </p:nvPr>
        </p:nvSpPr>
        <p:spPr>
          <a:xfrm>
            <a:off x="581192" y="702155"/>
            <a:ext cx="11029616" cy="1188721"/>
          </a:xfrm>
          <a:prstGeom prst="rect">
            <a:avLst/>
          </a:prstGeom>
        </p:spPr>
        <p:txBody>
          <a:bodyPr/>
          <a:lstStyle/>
          <a:p>
            <a:pPr>
              <a:defRPr cap="none" sz="3600"/>
            </a:pPr>
            <a:r>
              <a:t>Introduction to the Problem</a:t>
            </a:r>
            <a:br/>
          </a:p>
        </p:txBody>
      </p:sp>
      <p:sp>
        <p:nvSpPr>
          <p:cNvPr id="150" name="Content Placeholder 3"/>
          <p:cNvSpPr txBox="1"/>
          <p:nvPr>
            <p:ph type="body" sz="quarter" idx="1"/>
          </p:nvPr>
        </p:nvSpPr>
        <p:spPr>
          <a:xfrm>
            <a:off x="503400" y="1734800"/>
            <a:ext cx="4025035" cy="2977449"/>
          </a:xfrm>
          <a:prstGeom prst="rect">
            <a:avLst/>
          </a:prstGeom>
        </p:spPr>
        <p:txBody>
          <a:bodyPr/>
          <a:lstStyle/>
          <a:p>
            <a:pPr marL="0" indent="0" defTabSz="877823">
              <a:lnSpc>
                <a:spcPct val="100000"/>
              </a:lnSpc>
              <a:spcBef>
                <a:spcPts val="0"/>
              </a:spcBef>
              <a:buSzTx/>
              <a:buFont typeface="Wingdings 2"/>
              <a:buNone/>
              <a:defRPr sz="1727">
                <a:solidFill>
                  <a:srgbClr val="C00000"/>
                </a:solidFill>
              </a:defRPr>
            </a:pPr>
            <a:r>
              <a:t>Upon trying to open the file, I was met with this screen. My computer didn’t know what to do with this file.</a:t>
            </a:r>
            <a:br/>
          </a:p>
          <a:p>
            <a:pPr marL="0" indent="0" defTabSz="877823">
              <a:lnSpc>
                <a:spcPct val="100000"/>
              </a:lnSpc>
              <a:spcBef>
                <a:spcPts val="0"/>
              </a:spcBef>
              <a:buSzTx/>
              <a:buFont typeface="Wingdings 2"/>
              <a:buNone/>
              <a:defRPr sz="1727">
                <a:solidFill>
                  <a:srgbClr val="C00000"/>
                </a:solidFill>
              </a:defRPr>
            </a:pPr>
            <a:r>
              <a:t>When attempting to print the file using the cat command, mere gibberish is spat out.</a:t>
            </a:r>
          </a:p>
          <a:p>
            <a:pPr marL="0" indent="0" defTabSz="877823">
              <a:lnSpc>
                <a:spcPct val="100000"/>
              </a:lnSpc>
              <a:spcBef>
                <a:spcPts val="0"/>
              </a:spcBef>
              <a:buSzTx/>
              <a:buFont typeface="Wingdings 2"/>
              <a:buNone/>
              <a:defRPr sz="1727">
                <a:solidFill>
                  <a:srgbClr val="C00000"/>
                </a:solidFill>
              </a:defRPr>
            </a:pPr>
            <a:br/>
            <a:r>
              <a:t>It’s time to figure out what this file is based off the magic bytes; a file’s Metadata.</a:t>
            </a:r>
          </a:p>
        </p:txBody>
      </p:sp>
      <p:pic>
        <p:nvPicPr>
          <p:cNvPr id="151" name="pasted-movie.png" descr="pasted-movie.png"/>
          <p:cNvPicPr>
            <a:picLocks noChangeAspect="1"/>
          </p:cNvPicPr>
          <p:nvPr/>
        </p:nvPicPr>
        <p:blipFill>
          <a:blip r:embed="rId3">
            <a:extLst/>
          </a:blip>
          <a:stretch>
            <a:fillRect/>
          </a:stretch>
        </p:blipFill>
        <p:spPr>
          <a:xfrm>
            <a:off x="4723398" y="1476980"/>
            <a:ext cx="2745204" cy="3904040"/>
          </a:xfrm>
          <a:prstGeom prst="rect">
            <a:avLst/>
          </a:prstGeom>
          <a:ln w="12700">
            <a:miter lim="400000"/>
          </a:ln>
        </p:spPr>
      </p:pic>
      <p:pic>
        <p:nvPicPr>
          <p:cNvPr id="152" name="pasted-movie.png" descr="pasted-movie.png"/>
          <p:cNvPicPr>
            <a:picLocks noChangeAspect="1"/>
          </p:cNvPicPr>
          <p:nvPr/>
        </p:nvPicPr>
        <p:blipFill>
          <a:blip r:embed="rId4">
            <a:extLst/>
          </a:blip>
          <a:stretch>
            <a:fillRect/>
          </a:stretch>
        </p:blipFill>
        <p:spPr>
          <a:xfrm>
            <a:off x="7605240" y="2040834"/>
            <a:ext cx="4577134" cy="2611012"/>
          </a:xfrm>
          <a:prstGeom prst="rect">
            <a:avLst/>
          </a:prstGeom>
          <a:ln w="12700">
            <a:miter lim="400000"/>
          </a:ln>
        </p:spPr>
      </p:pic>
      <p:pic>
        <p:nvPicPr>
          <p:cNvPr id="153" name="CMIT321_Slide4.mp3" descr="CMIT321_Slide4.mp3"/>
          <p:cNvPicPr>
            <a:picLocks noChangeAspect="0"/>
          </p:cNvPicPr>
          <p:nvPr>
            <a:audioFile r:link="rId5"/>
            <p:extLst>
              <p:ext uri="{DAA4B4D4-6D71-4841-9C94-3DE7FCFB9230}">
                <p14:media xmlns:p14="http://schemas.microsoft.com/office/powerpoint/2010/main" r:embed="rId6"/>
              </p:ext>
            </p:extLst>
          </p:nvPr>
        </p:nvPicPr>
        <p:blipFill>
          <a:blip r:embed="rId7">
            <a:extLst/>
          </a:blip>
          <a:stretch>
            <a:fillRect/>
          </a:stretch>
        </p:blipFill>
        <p:spPr>
          <a:xfrm>
            <a:off x="11060485" y="5834091"/>
            <a:ext cx="571501" cy="571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9826" fill="hold"/>
                                        <p:tgtEl>
                                          <p:spTgt spid="153"/>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5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itle 1"/>
          <p:cNvSpPr txBox="1"/>
          <p:nvPr>
            <p:ph type="title"/>
          </p:nvPr>
        </p:nvSpPr>
        <p:spPr>
          <a:xfrm>
            <a:off x="581192" y="702155"/>
            <a:ext cx="11029616" cy="1188721"/>
          </a:xfrm>
          <a:prstGeom prst="rect">
            <a:avLst/>
          </a:prstGeom>
        </p:spPr>
        <p:txBody>
          <a:bodyPr/>
          <a:lstStyle>
            <a:lvl1pPr>
              <a:defRPr cap="none" sz="3600"/>
            </a:lvl1pPr>
          </a:lstStyle>
          <a:p>
            <a:pPr/>
            <a:r>
              <a:t>Download exiftool</a:t>
            </a:r>
          </a:p>
        </p:txBody>
      </p:sp>
      <p:sp>
        <p:nvSpPr>
          <p:cNvPr id="158" name="Content Placeholder 4"/>
          <p:cNvSpPr txBox="1"/>
          <p:nvPr>
            <p:ph type="body" sz="quarter" idx="1"/>
          </p:nvPr>
        </p:nvSpPr>
        <p:spPr>
          <a:xfrm>
            <a:off x="685660" y="2639107"/>
            <a:ext cx="3581680" cy="2383549"/>
          </a:xfrm>
          <a:prstGeom prst="rect">
            <a:avLst/>
          </a:prstGeom>
        </p:spPr>
        <p:txBody>
          <a:bodyPr/>
          <a:lstStyle/>
          <a:p>
            <a:pPr marL="0" indent="0" defTabSz="914400">
              <a:lnSpc>
                <a:spcPct val="100000"/>
              </a:lnSpc>
              <a:spcBef>
                <a:spcPts val="0"/>
              </a:spcBef>
              <a:buSzTx/>
              <a:buFont typeface="Wingdings 2"/>
              <a:buNone/>
              <a:defRPr sz="1800">
                <a:solidFill>
                  <a:srgbClr val="C00000"/>
                </a:solidFill>
              </a:defRPr>
            </a:pPr>
            <a:r>
              <a:t>A great tool to use here is a parser like exiftool. </a:t>
            </a:r>
          </a:p>
          <a:p>
            <a:pPr marL="0" indent="0" defTabSz="914400">
              <a:lnSpc>
                <a:spcPct val="100000"/>
              </a:lnSpc>
              <a:spcBef>
                <a:spcPts val="0"/>
              </a:spcBef>
              <a:buSzTx/>
              <a:buFont typeface="Wingdings 2"/>
              <a:buNone/>
              <a:defRPr sz="1800">
                <a:solidFill>
                  <a:srgbClr val="C00000"/>
                </a:solidFill>
              </a:defRPr>
            </a:pPr>
          </a:p>
          <a:p>
            <a:pPr marL="0" indent="0" defTabSz="914400">
              <a:lnSpc>
                <a:spcPct val="100000"/>
              </a:lnSpc>
              <a:spcBef>
                <a:spcPts val="0"/>
              </a:spcBef>
              <a:buSzTx/>
              <a:buFont typeface="Wingdings 2"/>
              <a:buNone/>
              <a:defRPr sz="1800">
                <a:solidFill>
                  <a:srgbClr val="C00000"/>
                </a:solidFill>
              </a:defRPr>
            </a:pPr>
            <a:r>
              <a:t>Exiftool works by reading the metadata embedded in the file, and comparing it to known signatures to identify the file and its contents</a:t>
            </a:r>
          </a:p>
        </p:txBody>
      </p:sp>
      <p:pic>
        <p:nvPicPr>
          <p:cNvPr id="159" name="pasted-movie.png" descr="pasted-movie.png"/>
          <p:cNvPicPr>
            <a:picLocks noChangeAspect="1"/>
          </p:cNvPicPr>
          <p:nvPr/>
        </p:nvPicPr>
        <p:blipFill>
          <a:blip r:embed="rId3">
            <a:extLst/>
          </a:blip>
          <a:stretch>
            <a:fillRect/>
          </a:stretch>
        </p:blipFill>
        <p:spPr>
          <a:xfrm>
            <a:off x="685800" y="1854200"/>
            <a:ext cx="3581400" cy="685800"/>
          </a:xfrm>
          <a:prstGeom prst="rect">
            <a:avLst/>
          </a:prstGeom>
          <a:ln w="12700">
            <a:miter lim="400000"/>
          </a:ln>
        </p:spPr>
      </p:pic>
      <p:pic>
        <p:nvPicPr>
          <p:cNvPr id="160" name="pasted-movie.png" descr="pasted-movie.png"/>
          <p:cNvPicPr>
            <a:picLocks noChangeAspect="1"/>
          </p:cNvPicPr>
          <p:nvPr/>
        </p:nvPicPr>
        <p:blipFill>
          <a:blip r:embed="rId4">
            <a:extLst/>
          </a:blip>
          <a:stretch>
            <a:fillRect/>
          </a:stretch>
        </p:blipFill>
        <p:spPr>
          <a:xfrm>
            <a:off x="4382129" y="1855181"/>
            <a:ext cx="4748709" cy="3147638"/>
          </a:xfrm>
          <a:prstGeom prst="rect">
            <a:avLst/>
          </a:prstGeom>
          <a:ln w="12700">
            <a:miter lim="400000"/>
          </a:ln>
        </p:spPr>
      </p:pic>
      <p:pic>
        <p:nvPicPr>
          <p:cNvPr id="161" name="CMIT321_Slide5.mp3" descr="CMIT321_Slide5.mp3"/>
          <p:cNvPicPr>
            <a:picLocks noChangeAspect="0"/>
          </p:cNvPicPr>
          <p:nvPr>
            <a:audioFile r:link="rId5"/>
            <p:extLst>
              <p:ext uri="{DAA4B4D4-6D71-4841-9C94-3DE7FCFB9230}">
                <p14:media xmlns:p14="http://schemas.microsoft.com/office/powerpoint/2010/main" r:embed="rId6"/>
              </p:ext>
            </p:extLst>
          </p:nvPr>
        </p:nvPicPr>
        <p:blipFill>
          <a:blip r:embed="rId7">
            <a:extLst/>
          </a:blip>
          <a:stretch>
            <a:fillRect/>
          </a:stretch>
        </p:blipFill>
        <p:spPr>
          <a:xfrm>
            <a:off x="11136128" y="5770630"/>
            <a:ext cx="571501" cy="571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8337" fill="hold"/>
                                        <p:tgtEl>
                                          <p:spTgt spid="161"/>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6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Rectangle 7"/>
          <p:cNvSpPr/>
          <p:nvPr/>
        </p:nvSpPr>
        <p:spPr>
          <a:xfrm>
            <a:off x="461435" y="723898"/>
            <a:ext cx="3703322" cy="5666668"/>
          </a:xfrm>
          <a:prstGeom prst="rect">
            <a:avLst/>
          </a:prstGeom>
          <a:solidFill>
            <a:srgbClr val="465359"/>
          </a:solidFill>
          <a:ln w="12700">
            <a:miter lim="400000"/>
          </a:ln>
        </p:spPr>
        <p:txBody>
          <a:bodyPr lIns="45719" rIns="45719"/>
          <a:lstStyle/>
          <a:p>
            <a:pPr>
              <a:defRPr>
                <a:solidFill>
                  <a:srgbClr val="FFFFFF"/>
                </a:solidFill>
              </a:defRPr>
            </a:pPr>
          </a:p>
        </p:txBody>
      </p:sp>
      <p:sp>
        <p:nvSpPr>
          <p:cNvPr id="166" name="Title 1"/>
          <p:cNvSpPr txBox="1"/>
          <p:nvPr>
            <p:ph type="title"/>
          </p:nvPr>
        </p:nvSpPr>
        <p:spPr>
          <a:xfrm>
            <a:off x="568412" y="2029031"/>
            <a:ext cx="3568022" cy="1932890"/>
          </a:xfrm>
          <a:prstGeom prst="rect">
            <a:avLst/>
          </a:prstGeom>
        </p:spPr>
        <p:txBody>
          <a:bodyPr/>
          <a:lstStyle>
            <a:lvl1pPr algn="ctr">
              <a:defRPr cap="none" sz="3600">
                <a:solidFill>
                  <a:srgbClr val="FFFFFF"/>
                </a:solidFill>
              </a:defRPr>
            </a:lvl1pPr>
          </a:lstStyle>
          <a:p>
            <a:pPr/>
            <a:r>
              <a:t>Arriving at the Solution</a:t>
            </a:r>
          </a:p>
        </p:txBody>
      </p:sp>
      <p:sp>
        <p:nvSpPr>
          <p:cNvPr id="167" name="Content Placeholder 4"/>
          <p:cNvSpPr txBox="1"/>
          <p:nvPr>
            <p:ph type="body" sz="quarter" idx="1"/>
          </p:nvPr>
        </p:nvSpPr>
        <p:spPr>
          <a:xfrm>
            <a:off x="4462312" y="584986"/>
            <a:ext cx="7009311" cy="460407"/>
          </a:xfrm>
          <a:prstGeom prst="rect">
            <a:avLst/>
          </a:prstGeom>
        </p:spPr>
        <p:txBody>
          <a:bodyPr/>
          <a:lstStyle>
            <a:lvl1pPr marL="0" indent="0">
              <a:lnSpc>
                <a:spcPct val="100000"/>
              </a:lnSpc>
              <a:defRPr sz="1800"/>
            </a:lvl1pPr>
          </a:lstStyle>
          <a:p>
            <a:pPr/>
            <a:r>
              <a:t>All it takes is a single command; exiftool &lt;filename&gt;</a:t>
            </a:r>
          </a:p>
        </p:txBody>
      </p:sp>
      <p:pic>
        <p:nvPicPr>
          <p:cNvPr id="168" name="pasted-movie.png" descr="pasted-movie.png"/>
          <p:cNvPicPr>
            <a:picLocks noChangeAspect="1"/>
          </p:cNvPicPr>
          <p:nvPr/>
        </p:nvPicPr>
        <p:blipFill>
          <a:blip r:embed="rId3">
            <a:extLst/>
          </a:blip>
          <a:stretch>
            <a:fillRect/>
          </a:stretch>
        </p:blipFill>
        <p:spPr>
          <a:xfrm>
            <a:off x="4371511" y="1105765"/>
            <a:ext cx="7190913" cy="5251189"/>
          </a:xfrm>
          <a:prstGeom prst="rect">
            <a:avLst/>
          </a:prstGeom>
          <a:ln w="12700">
            <a:miter lim="400000"/>
          </a:ln>
        </p:spPr>
      </p:pic>
      <p:pic>
        <p:nvPicPr>
          <p:cNvPr id="169" name="CMIT321_Slide6.mp3" descr="CMIT321_Slide6.mp3"/>
          <p:cNvPicPr>
            <a:picLocks noChangeAspect="0"/>
          </p:cNvPicPr>
          <p:nvPr>
            <a:audioFile r:link="rId4"/>
            <p:extLst>
              <p:ext uri="{DAA4B4D4-6D71-4841-9C94-3DE7FCFB9230}">
                <p14:media xmlns:p14="http://schemas.microsoft.com/office/powerpoint/2010/main" r:embed="rId5"/>
              </p:ext>
            </p:extLst>
          </p:nvPr>
        </p:nvPicPr>
        <p:blipFill>
          <a:blip r:embed="rId6">
            <a:extLst/>
          </a:blip>
          <a:stretch>
            <a:fillRect/>
          </a:stretch>
        </p:blipFill>
        <p:spPr>
          <a:xfrm>
            <a:off x="11099583" y="5931429"/>
            <a:ext cx="571501" cy="571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9774" fill="hold"/>
                                        <p:tgtEl>
                                          <p:spTgt spid="169"/>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6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Title 1"/>
          <p:cNvSpPr txBox="1"/>
          <p:nvPr>
            <p:ph type="title"/>
          </p:nvPr>
        </p:nvSpPr>
        <p:spPr>
          <a:xfrm>
            <a:off x="581192" y="702155"/>
            <a:ext cx="11029616" cy="1188721"/>
          </a:xfrm>
          <a:prstGeom prst="rect">
            <a:avLst/>
          </a:prstGeom>
        </p:spPr>
        <p:txBody>
          <a:bodyPr/>
          <a:lstStyle>
            <a:lvl1pPr>
              <a:defRPr cap="none" sz="3600"/>
            </a:lvl1pPr>
          </a:lstStyle>
          <a:p>
            <a:pPr/>
            <a:r>
              <a:t>Strategies, Pitfalls, Lessons Learned</a:t>
            </a:r>
          </a:p>
        </p:txBody>
      </p:sp>
      <p:sp>
        <p:nvSpPr>
          <p:cNvPr id="174" name="Content Placeholder 3"/>
          <p:cNvSpPr txBox="1"/>
          <p:nvPr>
            <p:ph type="body" idx="1"/>
          </p:nvPr>
        </p:nvSpPr>
        <p:spPr>
          <a:xfrm>
            <a:off x="581192" y="2340864"/>
            <a:ext cx="10588253" cy="3408143"/>
          </a:xfrm>
          <a:prstGeom prst="rect">
            <a:avLst/>
          </a:prstGeom>
        </p:spPr>
        <p:txBody>
          <a:bodyPr/>
          <a:lstStyle/>
          <a:p>
            <a:pPr/>
            <a:r>
              <a:t>The strategy employed was a simple one that revealed the original filename and extension as well as a myriad of other information.</a:t>
            </a:r>
          </a:p>
          <a:p>
            <a:pPr/>
            <a:r>
              <a:t>When deciding upon a strategy, I also considered using the “strings &lt;filename&gt;” command, but decided against using it unless exiftool failed.</a:t>
            </a:r>
          </a:p>
          <a:p>
            <a:pPr/>
            <a:r>
              <a:t>I learned the difference between a parser like exiftool and a scavenger like strings.</a:t>
            </a:r>
          </a:p>
        </p:txBody>
      </p:sp>
      <p:pic>
        <p:nvPicPr>
          <p:cNvPr id="175" name="CMIT321_Slide7.mp3" descr="CMIT321_Slide7.mp3"/>
          <p:cNvPicPr>
            <a:picLocks noChangeAspect="0"/>
          </p:cNvPicPr>
          <p:nvPr>
            <a:audioFile r:link="rId3"/>
            <p:extLst>
              <p:ext uri="{DAA4B4D4-6D71-4841-9C94-3DE7FCFB9230}">
                <p14:media xmlns:p14="http://schemas.microsoft.com/office/powerpoint/2010/main" r:embed="rId4"/>
              </p:ext>
            </p:extLst>
          </p:nvPr>
        </p:nvPicPr>
        <p:blipFill>
          <a:blip r:embed="rId5">
            <a:extLst/>
          </a:blip>
          <a:stretch>
            <a:fillRect/>
          </a:stretch>
        </p:blipFill>
        <p:spPr>
          <a:xfrm>
            <a:off x="11182187" y="5856076"/>
            <a:ext cx="571501" cy="571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9461" fill="hold"/>
                                        <p:tgtEl>
                                          <p:spTgt spid="175"/>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7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Title 1"/>
          <p:cNvSpPr txBox="1"/>
          <p:nvPr>
            <p:ph type="title"/>
          </p:nvPr>
        </p:nvSpPr>
        <p:spPr>
          <a:xfrm>
            <a:off x="581192" y="702155"/>
            <a:ext cx="11029616" cy="1188721"/>
          </a:xfrm>
          <a:prstGeom prst="rect">
            <a:avLst/>
          </a:prstGeom>
        </p:spPr>
        <p:txBody>
          <a:bodyPr/>
          <a:lstStyle>
            <a:lvl1pPr>
              <a:defRPr cap="none" sz="3600"/>
            </a:lvl1pPr>
          </a:lstStyle>
          <a:p>
            <a:pPr/>
            <a:r>
              <a:t>The Relationship to the Workplace</a:t>
            </a:r>
          </a:p>
        </p:txBody>
      </p:sp>
      <p:sp>
        <p:nvSpPr>
          <p:cNvPr id="180" name="Content Placeholder 3"/>
          <p:cNvSpPr txBox="1"/>
          <p:nvPr>
            <p:ph type="body" idx="1"/>
          </p:nvPr>
        </p:nvSpPr>
        <p:spPr>
          <a:xfrm>
            <a:off x="581192" y="2340862"/>
            <a:ext cx="10470268" cy="3349150"/>
          </a:xfrm>
          <a:prstGeom prst="rect">
            <a:avLst/>
          </a:prstGeom>
        </p:spPr>
        <p:txBody>
          <a:bodyPr/>
          <a:lstStyle/>
          <a:p>
            <a:pPr/>
            <a:r>
              <a:t>File analysis is an essential tool for identifying lost, corrupted, or suspicious files in the workplace. Take an SOC Analyst role for example. </a:t>
            </a:r>
            <a:br/>
            <a:br/>
            <a:r>
              <a:t>Perhaps a file was downloaded but flagged by an antivirus and quarantined. Upon using the strings command, you find a URL exfiltrating data, hiding deep in the application, only visible when examining the binary through brute force.</a:t>
            </a:r>
            <a:br/>
            <a:br/>
            <a:r>
              <a:t>Perhaps a file was recovered from a corrupted drive and has lost some of its data. Using exiftool, you can parse the metadata in a way that’s readable and can aid in a file’s recovery.</a:t>
            </a:r>
          </a:p>
        </p:txBody>
      </p:sp>
      <p:pic>
        <p:nvPicPr>
          <p:cNvPr id="181" name="CMIT321_Slide8.mp3" descr="CMIT321_Slide8.mp3"/>
          <p:cNvPicPr>
            <a:picLocks noChangeAspect="0"/>
          </p:cNvPicPr>
          <p:nvPr>
            <a:audioFile r:link="rId3"/>
            <p:extLst>
              <p:ext uri="{DAA4B4D4-6D71-4841-9C94-3DE7FCFB9230}">
                <p14:media xmlns:p14="http://schemas.microsoft.com/office/powerpoint/2010/main" r:embed="rId4"/>
              </p:ext>
            </p:extLst>
          </p:nvPr>
        </p:nvPicPr>
        <p:blipFill>
          <a:blip r:embed="rId5">
            <a:extLst/>
          </a:blip>
          <a:stretch>
            <a:fillRect/>
          </a:stretch>
        </p:blipFill>
        <p:spPr>
          <a:xfrm>
            <a:off x="11068722" y="5754039"/>
            <a:ext cx="571501" cy="571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9043" fill="hold"/>
                                        <p:tgtEl>
                                          <p:spTgt spid="181"/>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8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Title 1"/>
          <p:cNvSpPr txBox="1"/>
          <p:nvPr>
            <p:ph type="title"/>
          </p:nvPr>
        </p:nvSpPr>
        <p:spPr>
          <a:xfrm>
            <a:off x="581192" y="702155"/>
            <a:ext cx="11029616" cy="1188721"/>
          </a:xfrm>
          <a:prstGeom prst="rect">
            <a:avLst/>
          </a:prstGeom>
        </p:spPr>
        <p:txBody>
          <a:bodyPr/>
          <a:lstStyle>
            <a:lvl1pPr>
              <a:defRPr cap="none" sz="3600"/>
            </a:lvl1pPr>
          </a:lstStyle>
          <a:p>
            <a:pPr/>
            <a:r>
              <a:t>Summary</a:t>
            </a:r>
          </a:p>
        </p:txBody>
      </p:sp>
      <p:sp>
        <p:nvSpPr>
          <p:cNvPr id="186" name="Content Placeholder 3"/>
          <p:cNvSpPr txBox="1"/>
          <p:nvPr>
            <p:ph type="body" idx="1"/>
          </p:nvPr>
        </p:nvSpPr>
        <p:spPr>
          <a:xfrm>
            <a:off x="581191" y="2340862"/>
            <a:ext cx="10952048" cy="3354066"/>
          </a:xfrm>
          <a:prstGeom prst="rect">
            <a:avLst/>
          </a:prstGeom>
        </p:spPr>
        <p:txBody>
          <a:bodyPr/>
          <a:lstStyle/>
          <a:p>
            <a:pPr>
              <a:defRPr sz="2200"/>
            </a:pPr>
            <a:r>
              <a:t>In this presentation, I analyzed a corrupted file that was unrecognizable to my laptop, utilized exiftool to extract the metadata, and successfully identified the file name and extension.</a:t>
            </a:r>
            <a:br/>
          </a:p>
          <a:p>
            <a:pPr>
              <a:defRPr sz="2200"/>
            </a:pPr>
            <a:r>
              <a:t>The core takeaway of this presentation is the demonstrated importance of file analysis in digital forensics, incident response, and data recovery.</a:t>
            </a:r>
          </a:p>
        </p:txBody>
      </p:sp>
      <p:pic>
        <p:nvPicPr>
          <p:cNvPr id="187" name="CMIT321_Slide9.mp3" descr="CMIT321_Slide9.mp3"/>
          <p:cNvPicPr>
            <a:picLocks noChangeAspect="0"/>
          </p:cNvPicPr>
          <p:nvPr>
            <a:audioFile r:link="rId3"/>
            <p:extLst>
              <p:ext uri="{DAA4B4D4-6D71-4841-9C94-3DE7FCFB9230}">
                <p14:media xmlns:p14="http://schemas.microsoft.com/office/powerpoint/2010/main" r:embed="rId4"/>
              </p:ext>
            </p:extLst>
          </p:nvPr>
        </p:nvPicPr>
        <p:blipFill>
          <a:blip r:embed="rId5">
            <a:extLst/>
          </a:blip>
          <a:stretch>
            <a:fillRect/>
          </a:stretch>
        </p:blipFill>
        <p:spPr>
          <a:xfrm>
            <a:off x="10964307" y="5900569"/>
            <a:ext cx="571501" cy="571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20480" fill="hold"/>
                                        <p:tgtEl>
                                          <p:spTgt spid="187"/>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8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Title 1"/>
          <p:cNvSpPr txBox="1"/>
          <p:nvPr>
            <p:ph type="title"/>
          </p:nvPr>
        </p:nvSpPr>
        <p:spPr>
          <a:xfrm>
            <a:off x="581192" y="702155"/>
            <a:ext cx="11029616" cy="1188721"/>
          </a:xfrm>
          <a:prstGeom prst="rect">
            <a:avLst/>
          </a:prstGeom>
        </p:spPr>
        <p:txBody>
          <a:bodyPr/>
          <a:lstStyle>
            <a:lvl1pPr>
              <a:defRPr cap="none" sz="3600"/>
            </a:lvl1pPr>
          </a:lstStyle>
          <a:p>
            <a:pPr/>
            <a:r>
              <a:t>References</a:t>
            </a:r>
          </a:p>
        </p:txBody>
      </p:sp>
      <p:sp>
        <p:nvSpPr>
          <p:cNvPr id="192" name="Content Placeholder 3"/>
          <p:cNvSpPr txBox="1"/>
          <p:nvPr>
            <p:ph type="body" idx="1"/>
          </p:nvPr>
        </p:nvSpPr>
        <p:spPr>
          <a:xfrm>
            <a:off x="581192" y="2340864"/>
            <a:ext cx="11029616" cy="3270913"/>
          </a:xfrm>
          <a:prstGeom prst="rect">
            <a:avLst/>
          </a:prstGeom>
        </p:spPr>
        <p:txBody>
          <a:bodyPr/>
          <a:lstStyle/>
          <a:p>
            <a:pPr marL="0" indent="0">
              <a:lnSpc>
                <a:spcPct val="100000"/>
              </a:lnSpc>
              <a:spcBef>
                <a:spcPts val="0"/>
              </a:spcBef>
              <a:buClrTx/>
              <a:buSzTx/>
              <a:buNone/>
              <a:defRPr sz="2200">
                <a:solidFill>
                  <a:srgbClr val="000000"/>
                </a:solidFill>
                <a:latin typeface="Times Roman"/>
                <a:ea typeface="Times Roman"/>
                <a:cs typeface="Times Roman"/>
                <a:sym typeface="Times Roman"/>
              </a:defRPr>
            </a:pPr>
            <a:r>
              <a:t>[1] P. Harvey, "ExifTool by Phil Harvey," </a:t>
            </a:r>
            <a:r>
              <a:rPr i="1"/>
              <a:t>ExifTool.org</a:t>
            </a:r>
            <a:r>
              <a:t>. [Online]. Available: </a:t>
            </a:r>
            <a:r>
              <a:rPr u="sng">
                <a:solidFill>
                  <a:srgbClr val="0000EE"/>
                </a:solidFill>
                <a:hlinkClick r:id="rId3" invalidUrl="" action="" tgtFrame="" tooltip="" history="1" highlightClick="0" endSnd="0"/>
              </a:rPr>
              <a:t>https://exiftool.org/</a:t>
            </a:r>
            <a:r>
              <a:t>. [Accessed: Apr. 26, 2026].</a:t>
            </a:r>
          </a:p>
          <a:p>
            <a:pPr marL="0" indent="0">
              <a:lnSpc>
                <a:spcPct val="100000"/>
              </a:lnSpc>
              <a:spcBef>
                <a:spcPts val="0"/>
              </a:spcBef>
              <a:buClrTx/>
              <a:buSzTx/>
              <a:buNone/>
              <a:defRPr sz="2200">
                <a:solidFill>
                  <a:srgbClr val="000000"/>
                </a:solidFill>
                <a:latin typeface="Times Roman"/>
                <a:ea typeface="Times Roman"/>
                <a:cs typeface="Times Roman"/>
                <a:sym typeface="Times Roman"/>
              </a:defRPr>
            </a:pPr>
          </a:p>
          <a:p>
            <a:pPr marL="0" indent="0">
              <a:lnSpc>
                <a:spcPct val="100000"/>
              </a:lnSpc>
              <a:spcBef>
                <a:spcPts val="0"/>
              </a:spcBef>
              <a:buClrTx/>
              <a:buSzTx/>
              <a:buNone/>
              <a:defRPr sz="2200">
                <a:solidFill>
                  <a:srgbClr val="000000"/>
                </a:solidFill>
                <a:latin typeface="Times Roman"/>
                <a:ea typeface="Times Roman"/>
                <a:cs typeface="Times Roman"/>
                <a:sym typeface="Times Roman"/>
              </a:defRPr>
            </a:pPr>
            <a:r>
              <a:t>[2] "exiftool — Homebrew Formulae," </a:t>
            </a:r>
            <a:r>
              <a:rPr i="1"/>
              <a:t>Brew.sh</a:t>
            </a:r>
            <a:r>
              <a:t>. [Online]. Available: </a:t>
            </a:r>
            <a:r>
              <a:rPr u="sng">
                <a:solidFill>
                  <a:srgbClr val="0000EE"/>
                </a:solidFill>
                <a:hlinkClick r:id="rId4" invalidUrl="" action="" tgtFrame="" tooltip="" history="1" highlightClick="0" endSnd="0"/>
              </a:rPr>
              <a:t>https://formulae.brew.sh/formula/exiftool</a:t>
            </a:r>
            <a:r>
              <a:t>. [Accessed: Apr. 26, 2026].</a:t>
            </a:r>
          </a:p>
        </p:txBody>
      </p:sp>
      <p:pic>
        <p:nvPicPr>
          <p:cNvPr id="193" name="CMIT321_Slide10.mp3" descr="CMIT321_Slide10.mp3"/>
          <p:cNvPicPr>
            <a:picLocks noChangeAspect="0"/>
          </p:cNvPicPr>
          <p:nvPr>
            <a:audioFile r:link="rId5"/>
            <p:extLst>
              <p:ext uri="{DAA4B4D4-6D71-4841-9C94-3DE7FCFB9230}">
                <p14:media xmlns:p14="http://schemas.microsoft.com/office/powerpoint/2010/main" r:embed="rId6"/>
              </p:ext>
            </p:extLst>
          </p:nvPr>
        </p:nvPicPr>
        <p:blipFill>
          <a:blip r:embed="rId7">
            <a:extLst/>
          </a:blip>
          <a:stretch>
            <a:fillRect/>
          </a:stretch>
        </p:blipFill>
        <p:spPr>
          <a:xfrm>
            <a:off x="10910475" y="5831539"/>
            <a:ext cx="571501" cy="571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4132" fill="hold"/>
                                        <p:tgtEl>
                                          <p:spTgt spid="193"/>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93"/>
                </p:tgtEl>
              </p:cMediaNode>
            </p:audio>
          </p:childTnLst>
        </p:cTn>
      </p:par>
    </p:tnLst>
  </p:timing>
</p:sld>
</file>

<file path=ppt/theme/theme1.xml><?xml version="1.0" encoding="utf-8"?>
<a:theme xmlns:a="http://schemas.openxmlformats.org/drawingml/2006/main" xmlns:r="http://schemas.openxmlformats.org/officeDocument/2006/relationships" name="DividendVTI">
  <a:themeElements>
    <a:clrScheme name="DividendVTI">
      <a:dk1>
        <a:srgbClr val="000000"/>
      </a:dk1>
      <a:lt1>
        <a:srgbClr val="3D3D3D"/>
      </a:lt1>
      <a:dk2>
        <a:srgbClr val="A7A7A7"/>
      </a:dk2>
      <a:lt2>
        <a:srgbClr val="535353"/>
      </a:lt2>
      <a:accent1>
        <a:srgbClr val="ED8428"/>
      </a:accent1>
      <a:accent2>
        <a:srgbClr val="E6C46D"/>
      </a:accent2>
      <a:accent3>
        <a:srgbClr val="537685"/>
      </a:accent3>
      <a:accent4>
        <a:srgbClr val="969FA7"/>
      </a:accent4>
      <a:accent5>
        <a:srgbClr val="A9C37C"/>
      </a:accent5>
      <a:accent6>
        <a:srgbClr val="5A8071"/>
      </a:accent6>
      <a:hlink>
        <a:srgbClr val="0000FF"/>
      </a:hlink>
      <a:folHlink>
        <a:srgbClr val="FF00FF"/>
      </a:folHlink>
    </a:clrScheme>
    <a:fontScheme name="DividendVTI">
      <a:majorFont>
        <a:latin typeface="Calibri"/>
        <a:ea typeface="Calibri"/>
        <a:cs typeface="Calibri"/>
      </a:majorFont>
      <a:minorFont>
        <a:latin typeface="Helvetica"/>
        <a:ea typeface="Helvetica"/>
        <a:cs typeface="Helvetica"/>
      </a:minorFont>
    </a:fontScheme>
    <a:fmtScheme name="DividendVT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5000"/>
              </a:srgbClr>
            </a:outerShdw>
          </a:effectLst>
        </a:effectStyle>
        <a:effectStyle>
          <a:effectLst>
            <a:outerShdw sx="100000" sy="100000" kx="0" ky="0" algn="b" rotWithShape="0" blurRad="38100" dist="25400" dir="5400000">
              <a:srgbClr val="000000">
                <a:alpha val="5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2225" cap="rnd">
          <a:solidFill>
            <a:schemeClr val="accent1"/>
          </a:solidFill>
          <a:prstDash val="solid"/>
          <a:round/>
        </a:ln>
        <a:effectLst>
          <a:outerShdw sx="100000" sy="100000" kx="0" ky="0" algn="b" rotWithShape="0" blurRad="38100" dist="25400" dir="5400000">
            <a:srgbClr val="000000">
              <a:alpha val="5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2225"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DividendVTI">
  <a:themeElements>
    <a:clrScheme name="DividendVTI">
      <a:dk1>
        <a:srgbClr val="000000"/>
      </a:dk1>
      <a:lt1>
        <a:srgbClr val="FFFFFF"/>
      </a:lt1>
      <a:dk2>
        <a:srgbClr val="A7A7A7"/>
      </a:dk2>
      <a:lt2>
        <a:srgbClr val="535353"/>
      </a:lt2>
      <a:accent1>
        <a:srgbClr val="ED8428"/>
      </a:accent1>
      <a:accent2>
        <a:srgbClr val="E6C46D"/>
      </a:accent2>
      <a:accent3>
        <a:srgbClr val="537685"/>
      </a:accent3>
      <a:accent4>
        <a:srgbClr val="969FA7"/>
      </a:accent4>
      <a:accent5>
        <a:srgbClr val="A9C37C"/>
      </a:accent5>
      <a:accent6>
        <a:srgbClr val="5A8071"/>
      </a:accent6>
      <a:hlink>
        <a:srgbClr val="0000FF"/>
      </a:hlink>
      <a:folHlink>
        <a:srgbClr val="FF00FF"/>
      </a:folHlink>
    </a:clrScheme>
    <a:fontScheme name="DividendVTI">
      <a:majorFont>
        <a:latin typeface="Calibri"/>
        <a:ea typeface="Calibri"/>
        <a:cs typeface="Calibri"/>
      </a:majorFont>
      <a:minorFont>
        <a:latin typeface="Helvetica"/>
        <a:ea typeface="Helvetica"/>
        <a:cs typeface="Helvetica"/>
      </a:minorFont>
    </a:fontScheme>
    <a:fmtScheme name="DividendVT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5000"/>
              </a:srgbClr>
            </a:outerShdw>
          </a:effectLst>
        </a:effectStyle>
        <a:effectStyle>
          <a:effectLst>
            <a:outerShdw sx="100000" sy="100000" kx="0" ky="0" algn="b" rotWithShape="0" blurRad="38100" dist="25400" dir="5400000">
              <a:srgbClr val="000000">
                <a:alpha val="5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2225" cap="rnd">
          <a:solidFill>
            <a:schemeClr val="accent1"/>
          </a:solidFill>
          <a:prstDash val="solid"/>
          <a:round/>
        </a:ln>
        <a:effectLst>
          <a:outerShdw sx="100000" sy="100000" kx="0" ky="0" algn="b" rotWithShape="0" blurRad="38100" dist="25400" dir="5400000">
            <a:srgbClr val="000000">
              <a:alpha val="5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2225" cap="rnd">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Franklin Gothic Book"/>
            <a:ea typeface="Franklin Gothic Book"/>
            <a:cs typeface="Franklin Gothic Book"/>
            <a:sym typeface="Franklin Gothic Boo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